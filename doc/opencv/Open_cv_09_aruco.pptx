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notesMasterIdLst>
    <p:notesMasterId r:id="rId5"/>
  </p:notesMasterIdLst>
  <p:handoutMasterIdLst>
    <p:handoutMasterId r:id="rId6"/>
  </p:handoutMasterIdLst>
  <p:sldIdLst>
    <p:sldId id="256" r:id="rId2"/>
    <p:sldId id="288" r:id="rId3"/>
    <p:sldId id="289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540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41" d="100"/>
          <a:sy n="141" d="100"/>
        </p:scale>
        <p:origin x="-1332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269C3-C25E-41E8-815A-55A10694EC72}" type="datetimeFigureOut">
              <a:rPr lang="ko-KR" altLang="en-US" smtClean="0"/>
              <a:t>2024-01-17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70691-BFF7-46A3-A51C-EDFA8C5FB6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011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0290A-1521-4E2C-B981-7952210E2E19}" type="datetimeFigureOut">
              <a:rPr lang="ko-KR" altLang="en-US" smtClean="0"/>
              <a:t>2024-01-17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EE1D8-CF94-4B34-B47A-3155D616A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2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304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4293096"/>
            <a:ext cx="8352928" cy="85034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소단원 및 부제목</a:t>
            </a:r>
            <a:endParaRPr lang="en-US" altLang="ko-KR" smtClean="0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304684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973852"/>
            <a:ext cx="9144000" cy="3024336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 smtClean="0"/>
              <a:t> </a:t>
            </a:r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5628704"/>
            <a:ext cx="8280920" cy="72008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ko-KR" altLang="en-US" sz="1400" u="sng" dirty="0" smtClean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400" u="sng" dirty="0" err="1" smtClean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400" u="sng" dirty="0" smtClean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234125"/>
            <a:ext cx="1224136" cy="120797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5517232"/>
            <a:ext cx="648072" cy="63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63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4357694"/>
            <a:ext cx="8072494" cy="71438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107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582594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429396"/>
            <a:ext cx="2895600" cy="292079"/>
          </a:xfrm>
        </p:spPr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429396"/>
            <a:ext cx="2133600" cy="292079"/>
          </a:xfrm>
        </p:spPr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50072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620688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9948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0"/>
            <a:ext cx="9144000" cy="27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12396"/>
            <a:ext cx="9144000" cy="24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620688"/>
            <a:ext cx="8229600" cy="5594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5471"/>
            <a:ext cx="8229600" cy="4032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46852"/>
            <a:ext cx="738064" cy="72832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6120213"/>
            <a:ext cx="738064" cy="728321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 bwMode="white">
          <a:xfrm>
            <a:off x="0" y="830844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790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spcBef>
          <a:spcPct val="0"/>
        </a:spcBef>
        <a:buNone/>
        <a:defRPr sz="20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 smtClean="0"/>
              <a:t>비디오처리</a:t>
            </a:r>
            <a:r>
              <a:rPr lang="ko-KR" altLang="en-US" dirty="0" smtClean="0"/>
              <a:t> 및 기계학습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CHAPTER </a:t>
            </a:r>
            <a:r>
              <a:rPr lang="en-US" altLang="ko-KR" b="1" dirty="0" smtClean="0"/>
              <a:t>09  </a:t>
            </a:r>
            <a:r>
              <a:rPr lang="en-US" altLang="ko-KR" dirty="0" err="1" smtClean="0"/>
              <a:t>aruco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779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9.1 </a:t>
            </a:r>
            <a:r>
              <a:rPr lang="ko-KR" altLang="en-US" dirty="0" smtClean="0"/>
              <a:t>평균 배경 차 영상 </a:t>
            </a:r>
            <a:endParaRPr lang="en-US" altLang="ko-KR" dirty="0" smtClean="0"/>
          </a:p>
          <a:p>
            <a:r>
              <a:rPr lang="en-US" altLang="ko-KR" dirty="0" smtClean="0"/>
              <a:t>9.2 </a:t>
            </a:r>
            <a:r>
              <a:rPr lang="en-US" altLang="ko-KR" dirty="0" err="1" smtClean="0"/>
              <a:t>Kalman</a:t>
            </a:r>
            <a:r>
              <a:rPr lang="en-US" altLang="ko-KR" dirty="0" smtClean="0"/>
              <a:t> Filter </a:t>
            </a:r>
            <a:r>
              <a:rPr lang="ko-KR" altLang="en-US" dirty="0" smtClean="0"/>
              <a:t>물체 추적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2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53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3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551119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바인드소프트</Template>
  <TotalTime>2227</TotalTime>
  <Words>19</Words>
  <Application>Microsoft Office PowerPoint</Application>
  <PresentationFormat>화면 슬라이드 쇼(4:3)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HY견고딕</vt:lpstr>
      <vt:lpstr>맑은 고딕</vt:lpstr>
      <vt:lpstr>Arial</vt:lpstr>
      <vt:lpstr>Wingdings</vt:lpstr>
      <vt:lpstr>바인드소프트</vt:lpstr>
      <vt:lpstr>CHAPTER 09  aruco</vt:lpstr>
      <vt:lpstr>목차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bae22</dc:creator>
  <cp:lastModifiedBy>Sugil</cp:lastModifiedBy>
  <cp:revision>273</cp:revision>
  <cp:lastPrinted>2023-12-19T08:50:45Z</cp:lastPrinted>
  <dcterms:created xsi:type="dcterms:W3CDTF">2017-02-21T08:17:22Z</dcterms:created>
  <dcterms:modified xsi:type="dcterms:W3CDTF">2024-01-18T00:01:39Z</dcterms:modified>
</cp:coreProperties>
</file>