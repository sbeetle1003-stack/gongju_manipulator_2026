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35" r:id="rId1"/>
  </p:sldMasterIdLst>
  <p:notesMasterIdLst>
    <p:notesMasterId r:id="rId6"/>
  </p:notesMasterIdLst>
  <p:sldIdLst>
    <p:sldId id="436" r:id="rId2"/>
    <p:sldId id="437" r:id="rId3"/>
    <p:sldId id="415" r:id="rId4"/>
    <p:sldId id="443" r:id="rId5"/>
  </p:sldIdLst>
  <p:sldSz cx="9144000" cy="5143500" type="screen16x9"/>
  <p:notesSz cx="9144000" cy="51435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82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A813DA-1389-4022-AE07-7409835CB6E0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4EDBE-F62B-4957-989F-39E9B8514C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308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4EDBE-F62B-4957-989F-39E9B8514C0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468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50052" cy="2285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95536" y="3219822"/>
            <a:ext cx="8352928" cy="6377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 u="none" baseline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소단원 및 부제목</a:t>
            </a:r>
            <a:endParaRPr lang="en-US" altLang="ko-KR"/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-6052" y="1"/>
            <a:ext cx="9150052" cy="228513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sz="2700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-11906" y="730389"/>
            <a:ext cx="9144000" cy="2268252"/>
          </a:xfr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none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defRPr>
            </a:lvl1pPr>
          </a:lstStyle>
          <a:p>
            <a:r>
              <a:rPr lang="en-US" altLang="ko-KR"/>
              <a:t> </a:t>
            </a:r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99976" y="4221528"/>
            <a:ext cx="8280920" cy="54006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wrap="none" lIns="68580" tIns="34290" rIns="68580" bIns="34290" rtlCol="0" anchor="ctr">
            <a:noAutofit/>
          </a:bodyPr>
          <a:lstStyle/>
          <a:p>
            <a:pPr algn="ctr"/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㈜</a:t>
            </a:r>
            <a:r>
              <a:rPr lang="ko-KR" altLang="en-US" sz="1050" u="sng" dirty="0" err="1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바인드소프트</a:t>
            </a:r>
            <a:endParaRPr lang="ko-KR" altLang="en-US" sz="1050" u="sng" dirty="0">
              <a:solidFill>
                <a:schemeClr val="bg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-175594"/>
            <a:ext cx="1224136" cy="90598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137924"/>
            <a:ext cx="648072" cy="4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87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9"/>
          <p:cNvGrpSpPr/>
          <p:nvPr/>
        </p:nvGrpSpPr>
        <p:grpSpPr>
          <a:xfrm>
            <a:off x="357158" y="3268270"/>
            <a:ext cx="8072494" cy="53579"/>
            <a:chOff x="357158" y="4357694"/>
            <a:chExt cx="8072494" cy="71438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r="7467" b="3225"/>
            <a:stretch>
              <a:fillRect/>
            </a:stretch>
          </p:blipFill>
          <p:spPr bwMode="auto">
            <a:xfrm>
              <a:off x="357158" y="4357694"/>
              <a:ext cx="1301694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1658852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2617995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3577138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4536281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5495424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6454567" y="4357694"/>
              <a:ext cx="1975085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0" cap="all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844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3560"/>
            <a:ext cx="8229600" cy="436946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4822048"/>
            <a:ext cx="2895600" cy="21905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4822048"/>
            <a:ext cx="2133600" cy="219059"/>
          </a:xfrm>
        </p:spPr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96502"/>
            <a:ext cx="8229600" cy="41255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467544" y="465516"/>
            <a:ext cx="8208912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0" scaled="1"/>
              <a:tileRect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929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F:\images\design\2016.09.12 엣지아이랩 ppt 템플릿\line_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1"/>
            <a:ext cx="9144000" cy="20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:\images\design\2016.09.12 엣지아이랩 ppt 템플릿\line_blu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59297"/>
            <a:ext cx="9144000" cy="18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465516"/>
            <a:ext cx="8229600" cy="419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09104"/>
            <a:ext cx="8229600" cy="302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-110139"/>
            <a:ext cx="738064" cy="54624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4590160"/>
            <a:ext cx="738064" cy="54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08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</p:sldLayoutIdLst>
  <p:txStyles>
    <p:titleStyle>
      <a:lvl1pPr algn="l" defTabSz="685800" rtl="0" eaLnBrk="1" latinLnBrk="1" hangingPunct="1">
        <a:spcBef>
          <a:spcPct val="0"/>
        </a:spcBef>
        <a:buNone/>
        <a:defRPr sz="1500" b="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l"/>
        <a:defRPr sz="12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Clr>
          <a:srgbClr val="FF9933"/>
        </a:buClr>
        <a:buFont typeface="Wingdings" pitchFamily="2" charset="2"/>
        <a:buChar char="§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Clr>
          <a:srgbClr val="FF9933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ignitionrobotics.org/" TargetMode="External"/><Relationship Id="rId13" Type="http://schemas.openxmlformats.org/officeDocument/2006/relationships/hyperlink" Target="https://metrics.ros.org/" TargetMode="External"/><Relationship Id="rId3" Type="http://schemas.openxmlformats.org/officeDocument/2006/relationships/hyperlink" Target="https://www.ros.org/" TargetMode="External"/><Relationship Id="rId7" Type="http://schemas.openxmlformats.org/officeDocument/2006/relationships/hyperlink" Target="http://gazebosim.org/" TargetMode="External"/><Relationship Id="rId12" Type="http://schemas.openxmlformats.org/officeDocument/2006/relationships/hyperlink" Target="https://discourse.ros.org/" TargetMode="External"/><Relationship Id="rId2" Type="http://schemas.openxmlformats.org/officeDocument/2006/relationships/hyperlink" Target="https://wiki.ros.org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docs.ros.org/" TargetMode="External"/><Relationship Id="rId11" Type="http://schemas.openxmlformats.org/officeDocument/2006/relationships/hyperlink" Target="https://index.ros.org/doc/ros2/" TargetMode="External"/><Relationship Id="rId5" Type="http://schemas.openxmlformats.org/officeDocument/2006/relationships/hyperlink" Target="https://roscon.ros.org/" TargetMode="External"/><Relationship Id="rId15" Type="http://schemas.openxmlformats.org/officeDocument/2006/relationships/hyperlink" Target="https://fkromer.github.io/awesome-ros2/" TargetMode="External"/><Relationship Id="rId10" Type="http://schemas.openxmlformats.org/officeDocument/2006/relationships/hyperlink" Target="http://design.ros2.org/" TargetMode="External"/><Relationship Id="rId4" Type="http://schemas.openxmlformats.org/officeDocument/2006/relationships/hyperlink" Target="https://www.openrobotics.org/" TargetMode="External"/><Relationship Id="rId9" Type="http://schemas.openxmlformats.org/officeDocument/2006/relationships/hyperlink" Target="https://www.autoware.org/" TargetMode="External"/><Relationship Id="rId14" Type="http://schemas.openxmlformats.org/officeDocument/2006/relationships/hyperlink" Target="http://answers.ros.org/questions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index.ros.org/" TargetMode="External"/><Relationship Id="rId3" Type="http://schemas.openxmlformats.org/officeDocument/2006/relationships/hyperlink" Target="http://build.ros.org/" TargetMode="External"/><Relationship Id="rId7" Type="http://schemas.openxmlformats.org/officeDocument/2006/relationships/hyperlink" Target="https://repo.ros2.org/status_page/ros_humble_default.html" TargetMode="External"/><Relationship Id="rId2" Type="http://schemas.openxmlformats.org/officeDocument/2006/relationships/hyperlink" Target="https://hub.docker.com/r/osrf/ros2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repositories.ros.org/status_page/ros_kinetic_default.html" TargetMode="External"/><Relationship Id="rId5" Type="http://schemas.openxmlformats.org/officeDocument/2006/relationships/hyperlink" Target="http://packages.ros.org/" TargetMode="External"/><Relationship Id="rId4" Type="http://schemas.openxmlformats.org/officeDocument/2006/relationships/hyperlink" Target="http://build.ros2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부제목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서비스 액션 기본 코드</a:t>
            </a:r>
          </a:p>
        </p:txBody>
      </p:sp>
      <p:sp>
        <p:nvSpPr>
          <p:cNvPr id="6" name="제목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ROS2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261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QoS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서비스 액션 기본 코드</a:t>
            </a:r>
            <a:endParaRPr lang="en-US" altLang="ko-KR" dirty="0"/>
          </a:p>
          <a:p>
            <a:r>
              <a:rPr lang="en-US" altLang="ko-KR" dirty="0" err="1"/>
              <a:t>Arithmethic</a:t>
            </a:r>
            <a:r>
              <a:rPr lang="en-US" altLang="ko-KR" dirty="0"/>
              <a:t> </a:t>
            </a:r>
            <a:r>
              <a:rPr lang="ko-KR" altLang="en-US" dirty="0"/>
              <a:t>코드 작성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3951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19B32C3-21C3-B992-67A2-16A8B0681295}"/>
              </a:ext>
            </a:extLst>
          </p:cNvPr>
          <p:cNvSpPr txBox="1">
            <a:spLocks/>
          </p:cNvSpPr>
          <p:nvPr/>
        </p:nvSpPr>
        <p:spPr>
          <a:xfrm>
            <a:off x="457200" y="53560"/>
            <a:ext cx="8229600" cy="436946"/>
          </a:xfrm>
          <a:prstGeom prst="rect">
            <a:avLst/>
          </a:prstGeom>
        </p:spPr>
        <p:txBody>
          <a:bodyPr/>
          <a:lstStyle>
            <a:lvl1pPr algn="l" defTabSz="685800" rtl="0" eaLnBrk="1" latinLnBrk="1" hangingPunct="1">
              <a:spcBef>
                <a:spcPct val="0"/>
              </a:spcBef>
              <a:buNone/>
              <a:defRPr sz="1500" b="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en-US" altLang="ko-KR" sz="1600" dirty="0"/>
              <a:t>ROS2 </a:t>
            </a:r>
            <a:r>
              <a:rPr lang="ko-KR" altLang="en-US" sz="1600" dirty="0"/>
              <a:t>관련 자료 모음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052A6B9-0604-E42F-EDF9-DAD0DEC70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Useful ROS Links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Wiki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https://wiki.ros.org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Website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https://www.ros.org</a:t>
            </a:r>
            <a:r>
              <a:rPr lang="en-US" altLang="ko-KR" dirty="0"/>
              <a:t> (Branding)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</a:t>
            </a:r>
            <a:r>
              <a:rPr lang="en-US" altLang="ko-KR" b="1" dirty="0" err="1"/>
              <a:t>OpenRobotics</a:t>
            </a:r>
            <a:r>
              <a:rPr lang="en-US" altLang="ko-KR" b="1" dirty="0"/>
              <a:t> Website</a:t>
            </a:r>
            <a:r>
              <a:rPr lang="en-US" altLang="ko-KR" dirty="0"/>
              <a:t>: </a:t>
            </a:r>
            <a:r>
              <a:rPr lang="en-US" altLang="ko-KR" dirty="0">
                <a:hlinkClick r:id="rId4"/>
              </a:rPr>
              <a:t>https://www.openrobotics.org</a:t>
            </a:r>
            <a:r>
              <a:rPr lang="en-US" altLang="ko-KR" dirty="0"/>
              <a:t> (Branding)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</a:t>
            </a:r>
            <a:r>
              <a:rPr lang="en-US" altLang="ko-KR" b="1" dirty="0" err="1"/>
              <a:t>ROSCon</a:t>
            </a:r>
            <a:r>
              <a:rPr lang="en-US" altLang="ko-KR" b="1" dirty="0"/>
              <a:t> Website</a:t>
            </a:r>
            <a:r>
              <a:rPr lang="en-US" altLang="ko-KR" dirty="0"/>
              <a:t>: </a:t>
            </a:r>
            <a:r>
              <a:rPr lang="en-US" altLang="ko-KR" dirty="0">
                <a:hlinkClick r:id="rId5"/>
              </a:rPr>
              <a:t>https://roscon.ros.org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Documentation Site</a:t>
            </a:r>
            <a:r>
              <a:rPr lang="en-US" altLang="ko-KR" dirty="0"/>
              <a:t>: </a:t>
            </a:r>
            <a:r>
              <a:rPr lang="en-US" altLang="ko-KR" dirty="0">
                <a:hlinkClick r:id="rId6"/>
              </a:rPr>
              <a:t>http://docs.ros.org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Gazebo Website</a:t>
            </a:r>
            <a:r>
              <a:rPr lang="en-US" altLang="ko-KR" dirty="0"/>
              <a:t>: </a:t>
            </a:r>
            <a:r>
              <a:rPr lang="en-US" altLang="ko-KR" dirty="0">
                <a:hlinkClick r:id="rId7"/>
              </a:rPr>
              <a:t>http://gazebosim.org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Ignition Robotics Website</a:t>
            </a:r>
            <a:r>
              <a:rPr lang="en-US" altLang="ko-KR" dirty="0"/>
              <a:t>: </a:t>
            </a:r>
            <a:r>
              <a:rPr lang="en-US" altLang="ko-KR" dirty="0">
                <a:hlinkClick r:id="rId8"/>
              </a:rPr>
              <a:t>https://ignitionrobotics.org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</a:t>
            </a:r>
            <a:r>
              <a:rPr lang="en-US" altLang="ko-KR" b="1" dirty="0" err="1"/>
              <a:t>Autoware</a:t>
            </a:r>
            <a:r>
              <a:rPr lang="en-US" altLang="ko-KR" b="1" dirty="0"/>
              <a:t> Website</a:t>
            </a:r>
            <a:r>
              <a:rPr lang="en-US" altLang="ko-KR" dirty="0"/>
              <a:t>: </a:t>
            </a:r>
            <a:r>
              <a:rPr lang="en-US" altLang="ko-KR" dirty="0">
                <a:hlinkClick r:id="rId9"/>
              </a:rPr>
              <a:t>https://www.autoware.org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2 Design</a:t>
            </a:r>
            <a:r>
              <a:rPr lang="en-US" altLang="ko-KR" dirty="0"/>
              <a:t>: </a:t>
            </a:r>
            <a:r>
              <a:rPr lang="en-US" altLang="ko-KR" dirty="0">
                <a:hlinkClick r:id="rId10"/>
              </a:rPr>
              <a:t>http://design.ros2.org/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2 Documentation</a:t>
            </a:r>
            <a:r>
              <a:rPr lang="en-US" altLang="ko-KR" dirty="0"/>
              <a:t>: </a:t>
            </a:r>
            <a:r>
              <a:rPr lang="en-US" altLang="ko-KR" dirty="0">
                <a:hlinkClick r:id="rId11"/>
              </a:rPr>
              <a:t>https://index.ros.org/doc/ros2/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Latest ROS 1 and 2 News and Discussions</a:t>
            </a:r>
            <a:r>
              <a:rPr lang="en-US" altLang="ko-KR" dirty="0"/>
              <a:t>: </a:t>
            </a:r>
            <a:r>
              <a:rPr lang="en-US" altLang="ko-KR" dirty="0">
                <a:hlinkClick r:id="rId12"/>
              </a:rPr>
              <a:t>https://discourse.ros.org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Metrics Information of ROS</a:t>
            </a:r>
            <a:r>
              <a:rPr lang="en-US" altLang="ko-KR" dirty="0"/>
              <a:t>: </a:t>
            </a:r>
            <a:r>
              <a:rPr lang="en-US" altLang="ko-KR" dirty="0">
                <a:hlinkClick r:id="rId13"/>
              </a:rPr>
              <a:t>https://metrics.ros.org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Answers and Questions for ROS</a:t>
            </a:r>
            <a:r>
              <a:rPr lang="en-US" altLang="ko-KR" dirty="0"/>
              <a:t>: </a:t>
            </a:r>
            <a:r>
              <a:rPr lang="en-US" altLang="ko-KR" dirty="0">
                <a:hlinkClick r:id="rId14"/>
              </a:rPr>
              <a:t>http://answers.ros.org/questions/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Awesome ROS 2</a:t>
            </a:r>
            <a:r>
              <a:rPr lang="en-US" altLang="ko-KR" dirty="0"/>
              <a:t>: </a:t>
            </a:r>
            <a:r>
              <a:rPr lang="en-US" altLang="ko-KR" dirty="0">
                <a:hlinkClick r:id="rId15"/>
              </a:rPr>
              <a:t>https://fkromer.github.io/awesome-ros2/</a:t>
            </a:r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CC6D9-4411-E0BC-6113-5A23AA05C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1CB9082-8F48-4397-A319-77F4F727D760}"/>
              </a:ext>
            </a:extLst>
          </p:cNvPr>
          <p:cNvSpPr txBox="1">
            <a:spLocks/>
          </p:cNvSpPr>
          <p:nvPr/>
        </p:nvSpPr>
        <p:spPr>
          <a:xfrm>
            <a:off x="457200" y="53560"/>
            <a:ext cx="8229600" cy="436946"/>
          </a:xfrm>
          <a:prstGeom prst="rect">
            <a:avLst/>
          </a:prstGeom>
        </p:spPr>
        <p:txBody>
          <a:bodyPr/>
          <a:lstStyle>
            <a:lvl1pPr algn="l" defTabSz="685800" rtl="0" eaLnBrk="1" latinLnBrk="1" hangingPunct="1">
              <a:spcBef>
                <a:spcPct val="0"/>
              </a:spcBef>
              <a:buNone/>
              <a:defRPr sz="1500" b="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en-US" altLang="ko-KR" sz="1600" dirty="0"/>
              <a:t>ROS2 </a:t>
            </a:r>
            <a:r>
              <a:rPr lang="ko-KR" altLang="en-US" sz="1600" dirty="0"/>
              <a:t>관련 자료 모음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48357F5-9FB7-2947-591B-5B13EA63E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Development and Package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Official Docker Images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https://hub.docker.com/r/osrf/ros2/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Build Farm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hlinkClick r:id="rId3"/>
              </a:rPr>
              <a:t>http://build.ros.org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hlinkClick r:id="rId4"/>
              </a:rPr>
              <a:t>http://build.ros2.org/</a:t>
            </a:r>
            <a:r>
              <a:rPr lang="en-US" altLang="ko-KR" dirty="0"/>
              <a:t> (DEV)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ROS Package Repository</a:t>
            </a:r>
            <a:r>
              <a:rPr lang="en-US" altLang="ko-KR" dirty="0"/>
              <a:t>: </a:t>
            </a:r>
            <a:r>
              <a:rPr lang="en-US" altLang="ko-KR" dirty="0">
                <a:hlinkClick r:id="rId5"/>
              </a:rPr>
              <a:t>http://packages.ros.org</a:t>
            </a:r>
            <a:r>
              <a:rPr lang="en-US" altLang="ko-KR" dirty="0"/>
              <a:t> (DEV)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The Status Page for Each Distro of ROS</a:t>
            </a:r>
            <a:r>
              <a:rPr lang="en-US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ROS 1 Kinetic: </a:t>
            </a:r>
            <a:r>
              <a:rPr lang="en-US" altLang="ko-KR" dirty="0">
                <a:hlinkClick r:id="rId6"/>
              </a:rPr>
              <a:t>http://repositories.ros.org/status_page/ros_kinetic_default.html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ROS 2 Humble: </a:t>
            </a:r>
            <a:r>
              <a:rPr lang="en-US" altLang="ko-KR" dirty="0">
                <a:hlinkClick r:id="rId7"/>
              </a:rPr>
              <a:t>https://repo.ros2.org/status_page/ros_humble_default.html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Static Index for Known ROS Packages for Searching and Visualization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>
                <a:hlinkClick r:id="rId8"/>
              </a:rPr>
              <a:t>https://index.ros.org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4718647"/>
      </p:ext>
    </p:extLst>
  </p:cSld>
  <p:clrMapOvr>
    <a:masterClrMapping/>
  </p:clrMapOvr>
</p:sld>
</file>

<file path=ppt/theme/theme1.xml><?xml version="1.0" encoding="utf-8"?>
<a:theme xmlns:a="http://schemas.openxmlformats.org/drawingml/2006/main" name="바인드소프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prstDash val="solid"/>
        </a:ln>
        <a:effectLst/>
      </a:spPr>
      <a:bodyPr wrap="square" rtlCol="0" anchor="ctr" anchorCtr="0">
        <a:noAutofit/>
      </a:bodyPr>
      <a:lstStyle>
        <a:defPPr marL="742950" indent="-742950" algn="ctr">
          <a:defRPr dirty="0" smtClean="0">
            <a:latin typeface="HY동녘B" pitchFamily="18" charset="-127"/>
            <a:ea typeface="HY동녘B" pitchFamily="18" charset="-127"/>
          </a:defRPr>
        </a:defPPr>
      </a:lst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gradFill>
          <a:gsLst>
            <a:gs pos="100000">
              <a:schemeClr val="bg1"/>
            </a:gs>
            <a:gs pos="0">
              <a:schemeClr val="bg1">
                <a:alpha val="0"/>
              </a:schemeClr>
            </a:gs>
          </a:gsLst>
          <a:lin ang="5400000" scaled="0"/>
        </a:gradFill>
      </a:spPr>
      <a:bodyPr vert="horz" lIns="91440" tIns="45720" rIns="91440" bIns="45720" rtlCol="0" anchor="ctr">
        <a:noAutofit/>
      </a:bodyPr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바인드소프트" id="{9F29D461-A87A-4152-BAD6-53B5FC0ADF71}" vid="{A468E1C3-A913-41F0-BB80-6BEB0CCAC86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1860</TotalTime>
  <Words>344</Words>
  <Application>Microsoft Office PowerPoint</Application>
  <PresentationFormat>화면 슬라이드 쇼(16:9)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HY견고딕</vt:lpstr>
      <vt:lpstr>맑은 고딕</vt:lpstr>
      <vt:lpstr>Arial</vt:lpstr>
      <vt:lpstr>Wingdings</vt:lpstr>
      <vt:lpstr>바인드소프트</vt:lpstr>
      <vt:lpstr>ROS2</vt:lpstr>
      <vt:lpstr>QoS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Sugil Choi</cp:lastModifiedBy>
  <cp:revision>76</cp:revision>
  <dcterms:created xsi:type="dcterms:W3CDTF">2023-01-17T00:02:46Z</dcterms:created>
  <dcterms:modified xsi:type="dcterms:W3CDTF">2024-12-22T23:58:27Z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