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07" r:id="rId1"/>
  </p:sldMasterIdLst>
  <p:notesMasterIdLst>
    <p:notesMasterId r:id="rId10"/>
  </p:notesMasterIdLst>
  <p:sldIdLst>
    <p:sldId id="256" r:id="rId2"/>
    <p:sldId id="465" r:id="rId3"/>
    <p:sldId id="466" r:id="rId4"/>
    <p:sldId id="468" r:id="rId5"/>
    <p:sldId id="467" r:id="rId6"/>
    <p:sldId id="469" r:id="rId7"/>
    <p:sldId id="453" r:id="rId8"/>
    <p:sldId id="451" r:id="rId9"/>
  </p:sldIdLst>
  <p:sldSz cx="9144000" cy="5143500" type="screen16x9"/>
  <p:notesSz cx="9144000" cy="51435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8" d="100"/>
          <a:sy n="138" d="100"/>
        </p:scale>
        <p:origin x="834" y="1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97960A-40C0-4E7F-AB23-E6E84D7B7360}" type="datetimeFigureOut">
              <a:rPr lang="ko-KR" altLang="en-US" smtClean="0"/>
              <a:t>2024-11-20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3E8F60-B05A-454C-923F-CD74F2D597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1598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>
                <a:effectLst/>
              </a:rPr>
              <a:t>~/</a:t>
            </a:r>
            <a:r>
              <a:rPr lang="en-US" altLang="ko-KR" dirty="0" err="1">
                <a:effectLst/>
              </a:rPr>
              <a:t>micro_ros_ws</a:t>
            </a:r>
            <a:r>
              <a:rPr lang="en-US" altLang="ko-KR" dirty="0">
                <a:effectLst/>
              </a:rPr>
              <a:t>/</a:t>
            </a:r>
            <a:r>
              <a:rPr lang="en-US" altLang="ko-KR" dirty="0" err="1">
                <a:effectLst/>
              </a:rPr>
              <a:t>src</a:t>
            </a:r>
            <a:r>
              <a:rPr lang="en-US" altLang="ko-KR" dirty="0">
                <a:effectLst/>
              </a:rPr>
              <a:t>/</a:t>
            </a:r>
            <a:r>
              <a:rPr lang="en-US" altLang="ko-KR" dirty="0" err="1">
                <a:effectLst/>
              </a:rPr>
              <a:t>micro_ros_raspberrypi_pico_sdk</a:t>
            </a:r>
            <a:r>
              <a:rPr lang="en-US" altLang="ko-KR" dirty="0">
                <a:effectLst/>
              </a:rPr>
              <a:t>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3E8F60-B05A-454C-923F-CD74F2D59716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11552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sudo</a:t>
            </a:r>
            <a:r>
              <a:rPr lang="en-US" altLang="ko-KR" dirty="0"/>
              <a:t> </a:t>
            </a:r>
            <a:r>
              <a:rPr lang="en-US" altLang="ko-KR" dirty="0" err="1"/>
              <a:t>chmod</a:t>
            </a:r>
            <a:r>
              <a:rPr lang="en-US" altLang="ko-KR" dirty="0"/>
              <a:t> </a:t>
            </a:r>
            <a:r>
              <a:rPr lang="en-US" altLang="ko-KR" dirty="0">
                <a:effectLst/>
                <a:latin typeface="inherit"/>
              </a:rPr>
              <a:t>666</a:t>
            </a:r>
            <a:r>
              <a:rPr lang="en-US" altLang="ko-KR" dirty="0"/>
              <a:t> /dev/ttyACM0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3E8F60-B05A-454C-923F-CD74F2D5971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418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9150052" cy="22851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395536" y="3219822"/>
            <a:ext cx="8352928" cy="63775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 u="none" baseline="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소단원 및 부제목</a:t>
            </a:r>
            <a:endParaRPr lang="en-US" altLang="ko-KR"/>
          </a:p>
        </p:txBody>
      </p:sp>
      <p:sp>
        <p:nvSpPr>
          <p:cNvPr id="36" name="제목 1"/>
          <p:cNvSpPr txBox="1">
            <a:spLocks/>
          </p:cNvSpPr>
          <p:nvPr/>
        </p:nvSpPr>
        <p:spPr>
          <a:xfrm>
            <a:off x="-6052" y="1"/>
            <a:ext cx="9150052" cy="2285132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</p:spPr>
        <p:txBody>
          <a:bodyPr vert="horz" lIns="68580" tIns="34290" rIns="68580" bIns="3429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3600" b="1" kern="1200" cap="all" spc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HY견고딕" pitchFamily="18" charset="-127"/>
                <a:ea typeface="HY견고딕" pitchFamily="18" charset="-127"/>
                <a:cs typeface="+mj-cs"/>
              </a:defRPr>
            </a:lvl1pPr>
          </a:lstStyle>
          <a:p>
            <a:endParaRPr lang="ko-KR" altLang="en-US" sz="2700" dirty="0"/>
          </a:p>
        </p:txBody>
      </p:sp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-11906" y="730389"/>
            <a:ext cx="9144000" cy="2268252"/>
          </a:xfrm>
          <a:gradFill>
            <a:gsLst>
              <a:gs pos="100000">
                <a:schemeClr val="bg1">
                  <a:alpha val="79000"/>
                </a:schemeClr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</p:spPr>
        <p:txBody>
          <a:bodyPr wrap="none"/>
          <a:lstStyle>
            <a:lvl1pPr marL="0" marR="0" indent="0" algn="ctr" defTabSz="6858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1" cap="all" spc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defRPr>
            </a:lvl1pPr>
          </a:lstStyle>
          <a:p>
            <a:r>
              <a:rPr lang="en-US" altLang="ko-KR"/>
              <a:t> </a:t>
            </a:r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399976" y="4221528"/>
            <a:ext cx="8280920" cy="540060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</p:spPr>
        <p:txBody>
          <a:bodyPr vert="horz" wrap="none" lIns="68580" tIns="34290" rIns="68580" bIns="34290" rtlCol="0" anchor="ctr">
            <a:noAutofit/>
          </a:bodyPr>
          <a:lstStyle/>
          <a:p>
            <a:pPr algn="ctr"/>
            <a:r>
              <a:rPr lang="ko-KR" altLang="en-US" sz="1050" u="sng" dirty="0">
                <a:solidFill>
                  <a:schemeClr val="bg1">
                    <a:lumMod val="50000"/>
                  </a:schemeClr>
                </a:solidFill>
                <a:latin typeface="HY견고딕" pitchFamily="18" charset="-127"/>
                <a:ea typeface="HY견고딕" pitchFamily="18" charset="-127"/>
              </a:rPr>
              <a:t>㈜</a:t>
            </a:r>
            <a:r>
              <a:rPr lang="ko-KR" altLang="en-US" sz="1050" u="sng" dirty="0" err="1">
                <a:solidFill>
                  <a:schemeClr val="bg1">
                    <a:lumMod val="50000"/>
                  </a:schemeClr>
                </a:solidFill>
                <a:latin typeface="HY견고딕" pitchFamily="18" charset="-127"/>
                <a:ea typeface="HY견고딕" pitchFamily="18" charset="-127"/>
              </a:rPr>
              <a:t>바인드소프트</a:t>
            </a:r>
            <a:endParaRPr lang="ko-KR" altLang="en-US" sz="1050" u="sng" dirty="0">
              <a:solidFill>
                <a:schemeClr val="bg1">
                  <a:lumMod val="50000"/>
                </a:schemeClr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360" y="-175594"/>
            <a:ext cx="1224136" cy="905982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48" y="4137924"/>
            <a:ext cx="648072" cy="47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449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29"/>
          <p:cNvGrpSpPr/>
          <p:nvPr/>
        </p:nvGrpSpPr>
        <p:grpSpPr>
          <a:xfrm>
            <a:off x="357158" y="3268270"/>
            <a:ext cx="8072494" cy="53579"/>
            <a:chOff x="357158" y="4357694"/>
            <a:chExt cx="8072494" cy="71438"/>
          </a:xfrm>
        </p:grpSpPr>
        <p:pic>
          <p:nvPicPr>
            <p:cNvPr id="10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r="7467" b="3225"/>
            <a:stretch>
              <a:fillRect/>
            </a:stretch>
          </p:blipFill>
          <p:spPr bwMode="auto">
            <a:xfrm>
              <a:off x="357158" y="4357694"/>
              <a:ext cx="1301694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2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1658852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3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2617995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4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3577138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5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4536281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6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5495424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7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6454567" y="4357694"/>
              <a:ext cx="1975085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0" cap="all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4208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53560"/>
            <a:ext cx="8229600" cy="436946"/>
          </a:xfrm>
        </p:spPr>
        <p:txBody>
          <a:bodyPr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4822048"/>
            <a:ext cx="2895600" cy="219059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4822048"/>
            <a:ext cx="2133600" cy="219059"/>
          </a:xfrm>
        </p:spPr>
        <p:txBody>
          <a:bodyPr/>
          <a:lstStyle/>
          <a:p>
            <a:fld id="{B6F15528-21DE-4FAA-801E-634DDDAF4B2B}" type="slidenum">
              <a:rPr lang="en-US" altLang="ko-KR" smtClean="0"/>
              <a:t>‹#›</a:t>
            </a:fld>
            <a:endParaRPr lang="en-US" altLang="ko-KR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696502"/>
            <a:ext cx="8229600" cy="412554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  <p:cxnSp>
        <p:nvCxnSpPr>
          <p:cNvPr id="11" name="직선 연결선 10"/>
          <p:cNvCxnSpPr/>
          <p:nvPr/>
        </p:nvCxnSpPr>
        <p:spPr>
          <a:xfrm>
            <a:off x="467544" y="465516"/>
            <a:ext cx="8208912" cy="0"/>
          </a:xfrm>
          <a:prstGeom prst="line">
            <a:avLst/>
          </a:prstGeom>
          <a:ln w="19050">
            <a:gradFill flip="none" rotWithShape="1">
              <a:gsLst>
                <a:gs pos="0">
                  <a:srgbClr val="FFFFFF"/>
                </a:gs>
                <a:gs pos="7001">
                  <a:srgbClr val="E6E6E6"/>
                </a:gs>
                <a:gs pos="32001">
                  <a:srgbClr val="7D8496"/>
                </a:gs>
                <a:gs pos="47000">
                  <a:srgbClr val="E6E6E6"/>
                </a:gs>
                <a:gs pos="85001">
                  <a:srgbClr val="7D8496"/>
                </a:gs>
                <a:gs pos="100000">
                  <a:srgbClr val="E6E6E6"/>
                </a:gs>
              </a:gsLst>
              <a:lin ang="0" scaled="1"/>
              <a:tileRect/>
            </a:gra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8367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0" name="Picture 16" descr="F:\images\design\2016.09.12 엣지아이랩 ppt 템플릿\line_yellow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41"/>
            <a:ext cx="9144000" cy="204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15" descr="F:\images\design\2016.09.12 엣지아이랩 ppt 템플릿\line_blue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959297"/>
            <a:ext cx="9144000" cy="184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465516"/>
            <a:ext cx="8229600" cy="41957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ko-KR" smtClean="0"/>
              <a:t>‹#›</a:t>
            </a:fld>
            <a:endParaRPr lang="en-US" altLang="ko-KR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09104"/>
            <a:ext cx="8229600" cy="3024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-110139"/>
            <a:ext cx="738064" cy="546241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4590160"/>
            <a:ext cx="738064" cy="546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984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910" r:id="rId3"/>
  </p:sldLayoutIdLst>
  <p:txStyles>
    <p:titleStyle>
      <a:lvl1pPr algn="l" defTabSz="685800" rtl="0" eaLnBrk="1" latinLnBrk="1" hangingPunct="1">
        <a:spcBef>
          <a:spcPct val="0"/>
        </a:spcBef>
        <a:buNone/>
        <a:defRPr sz="1500" b="0" kern="1200">
          <a:solidFill>
            <a:schemeClr val="tx1"/>
          </a:solidFill>
          <a:latin typeface="HY견고딕" pitchFamily="18" charset="-127"/>
          <a:ea typeface="HY견고딕" pitchFamily="18" charset="-127"/>
          <a:cs typeface="+mj-cs"/>
        </a:defRPr>
      </a:lvl1pPr>
    </p:titleStyle>
    <p:bodyStyle>
      <a:lvl1pPr marL="257175" indent="-257175" algn="l" defTabSz="685800" rtl="0" eaLnBrk="1" latinLnBrk="1" hangingPunct="1">
        <a:spcBef>
          <a:spcPct val="20000"/>
        </a:spcBef>
        <a:buClr>
          <a:schemeClr val="accent6">
            <a:lumMod val="75000"/>
          </a:schemeClr>
        </a:buClr>
        <a:buFont typeface="Wingdings" pitchFamily="2" charset="2"/>
        <a:buChar char="l"/>
        <a:defRPr sz="1200" kern="1200">
          <a:solidFill>
            <a:schemeClr val="tx1"/>
          </a:solidFill>
          <a:latin typeface="+mn-ea"/>
          <a:ea typeface="+mn-ea"/>
          <a:cs typeface="+mn-cs"/>
        </a:defRPr>
      </a:lvl1pPr>
      <a:lvl2pPr marL="557213" indent="-214313" algn="l" defTabSz="685800" rtl="0" eaLnBrk="1" latinLnBrk="1" hangingPunct="1">
        <a:spcBef>
          <a:spcPct val="20000"/>
        </a:spcBef>
        <a:buClr>
          <a:srgbClr val="3399FF"/>
        </a:buClr>
        <a:buFont typeface="Arial" pitchFamily="34" charset="0"/>
        <a:buChar char="–"/>
        <a:defRPr sz="1200" kern="1200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defTabSz="685800" rtl="0" eaLnBrk="1" latinLnBrk="1" hangingPunct="1">
        <a:spcBef>
          <a:spcPct val="20000"/>
        </a:spcBef>
        <a:buClr>
          <a:srgbClr val="FF9933"/>
        </a:buClr>
        <a:buFont typeface="Wingdings" pitchFamily="2" charset="2"/>
        <a:buChar char="§"/>
        <a:defRPr sz="1200" kern="1200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defTabSz="685800" rtl="0" eaLnBrk="1" latinLnBrk="1" hangingPunct="1">
        <a:spcBef>
          <a:spcPct val="20000"/>
        </a:spcBef>
        <a:buClr>
          <a:srgbClr val="3399FF"/>
        </a:buClr>
        <a:buFont typeface="Arial" pitchFamily="34" charset="0"/>
        <a:buChar char="–"/>
        <a:defRPr sz="1200" kern="1200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defTabSz="685800" rtl="0" eaLnBrk="1" latinLnBrk="1" hangingPunct="1">
        <a:spcBef>
          <a:spcPct val="20000"/>
        </a:spcBef>
        <a:buClr>
          <a:srgbClr val="FF9933"/>
        </a:buClr>
        <a:buFont typeface="Arial" pitchFamily="34" charset="0"/>
        <a:buChar char="•"/>
        <a:defRPr sz="1200" kern="1200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micro.ros.org/docs/tutorials/programming_rcl_rclc/pub_sub/#subscription" TargetMode="External"/><Relationship Id="rId2" Type="http://schemas.openxmlformats.org/officeDocument/2006/relationships/hyperlink" Target="https://github.com/freshmea/micro-ROS-demos/tree/iron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ubuntu.com/blog/getting-started-with-micro-ros-on-raspberry-pi-pico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Micro-</a:t>
            </a:r>
            <a:r>
              <a:rPr lang="en-US" altLang="ko-KR" dirty="0" err="1"/>
              <a:t>ros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/>
              <a:t>터트봇</a:t>
            </a:r>
            <a:r>
              <a:rPr lang="en-US" altLang="ko-KR" dirty="0"/>
              <a:t>3 </a:t>
            </a:r>
            <a:r>
              <a:rPr lang="ko-KR" altLang="en-US" dirty="0"/>
              <a:t>제어 실습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2E1996-8EC4-468F-3A1E-78479AFD3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94E08B-BC2C-A39F-C330-88762F670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 err="1"/>
              <a:t>sudo</a:t>
            </a:r>
            <a:r>
              <a:rPr lang="en-US" altLang="ko-KR" dirty="0"/>
              <a:t> apt install build-essential cmake </a:t>
            </a:r>
            <a:r>
              <a:rPr lang="en-US" altLang="ko-KR" dirty="0" err="1"/>
              <a:t>gcc</a:t>
            </a:r>
            <a:r>
              <a:rPr lang="en-US" altLang="ko-KR" dirty="0"/>
              <a:t>-arm-none-</a:t>
            </a:r>
            <a:r>
              <a:rPr lang="en-US" altLang="ko-KR" dirty="0" err="1"/>
              <a:t>eabi</a:t>
            </a:r>
            <a:r>
              <a:rPr lang="en-US" altLang="ko-KR" dirty="0"/>
              <a:t> </a:t>
            </a:r>
            <a:r>
              <a:rPr lang="en-US" altLang="ko-KR" dirty="0" err="1"/>
              <a:t>libnewlib</a:t>
            </a:r>
            <a:r>
              <a:rPr lang="en-US" altLang="ko-KR" dirty="0"/>
              <a:t>-arm-none-</a:t>
            </a:r>
            <a:r>
              <a:rPr lang="en-US" altLang="ko-KR" dirty="0" err="1"/>
              <a:t>eabi</a:t>
            </a:r>
            <a:r>
              <a:rPr lang="en-US" altLang="ko-KR" dirty="0"/>
              <a:t> </a:t>
            </a:r>
            <a:r>
              <a:rPr lang="en-US" altLang="ko-KR" dirty="0" err="1"/>
              <a:t>doxygen</a:t>
            </a:r>
            <a:r>
              <a:rPr lang="en-US" altLang="ko-KR" dirty="0"/>
              <a:t> git python3</a:t>
            </a:r>
            <a:endParaRPr lang="ko-KR" altLang="en-US" dirty="0"/>
          </a:p>
          <a:p>
            <a:r>
              <a:rPr lang="pt-BR" altLang="ko-KR" dirty="0"/>
              <a:t>mkdir -p ~/micro_ros_ws/src</a:t>
            </a:r>
          </a:p>
          <a:p>
            <a:r>
              <a:rPr lang="pt-BR" altLang="ko-KR" dirty="0"/>
              <a:t>cd ~/micro_ros_ws/src</a:t>
            </a:r>
            <a:endParaRPr lang="ko-KR" altLang="en-US" dirty="0"/>
          </a:p>
          <a:p>
            <a:r>
              <a:rPr lang="en-US" altLang="ko-KR" dirty="0"/>
              <a:t>git clone --recurse-submodules https://github.com/raspberrypi/pico-sdk.git</a:t>
            </a:r>
            <a:endParaRPr lang="ko-KR" altLang="en-US" dirty="0"/>
          </a:p>
          <a:p>
            <a:r>
              <a:rPr lang="en-US" altLang="ko-KR" dirty="0"/>
              <a:t>git clone https://github.com/micro-ROS/micro_ros_raspberrypi_pico_sdk.git</a:t>
            </a:r>
            <a:endParaRPr lang="ko-KR" altLang="en-US" dirty="0"/>
          </a:p>
          <a:p>
            <a:r>
              <a:rPr lang="en-US" altLang="ko-KR" dirty="0"/>
              <a:t>cd ~/</a:t>
            </a:r>
            <a:r>
              <a:rPr lang="en-US" altLang="ko-KR" dirty="0" err="1"/>
              <a:t>micro_ros_ws</a:t>
            </a:r>
            <a:r>
              <a:rPr lang="en-US" altLang="ko-KR" dirty="0"/>
              <a:t>/</a:t>
            </a:r>
            <a:r>
              <a:rPr lang="en-US" altLang="ko-KR" dirty="0" err="1"/>
              <a:t>src</a:t>
            </a:r>
            <a:r>
              <a:rPr lang="en-US" altLang="ko-KR" dirty="0"/>
              <a:t>/</a:t>
            </a:r>
            <a:r>
              <a:rPr lang="en-US" altLang="ko-KR" dirty="0" err="1"/>
              <a:t>micro_ros_raspberrypi_pico_sdk</a:t>
            </a:r>
            <a:r>
              <a:rPr lang="en-US" altLang="ko-KR" dirty="0"/>
              <a:t> </a:t>
            </a:r>
          </a:p>
          <a:p>
            <a:r>
              <a:rPr lang="en-US" altLang="ko-KR" dirty="0">
                <a:effectLst/>
              </a:rPr>
              <a:t>~/</a:t>
            </a:r>
            <a:r>
              <a:rPr lang="en-US" altLang="ko-KR" dirty="0" err="1">
                <a:effectLst/>
              </a:rPr>
              <a:t>micro_ros_ws</a:t>
            </a:r>
            <a:r>
              <a:rPr lang="en-US" altLang="ko-KR" dirty="0">
                <a:effectLst/>
              </a:rPr>
              <a:t>/</a:t>
            </a:r>
            <a:r>
              <a:rPr lang="en-US" altLang="ko-KR" dirty="0" err="1">
                <a:effectLst/>
              </a:rPr>
              <a:t>src</a:t>
            </a:r>
            <a:r>
              <a:rPr lang="en-US" altLang="ko-KR" dirty="0">
                <a:effectLst/>
              </a:rPr>
              <a:t>/</a:t>
            </a:r>
            <a:r>
              <a:rPr lang="en-US" altLang="ko-KR" dirty="0" err="1">
                <a:effectLst/>
              </a:rPr>
              <a:t>micro_ros_raspberrypi_pico_sdk</a:t>
            </a:r>
            <a:r>
              <a:rPr lang="en-US" altLang="ko-KR" dirty="0"/>
              <a:t>/.</a:t>
            </a:r>
            <a:r>
              <a:rPr lang="en-US" altLang="ko-KR" dirty="0" err="1"/>
              <a:t>vscode</a:t>
            </a:r>
            <a:r>
              <a:rPr lang="en-US" altLang="ko-KR" dirty="0"/>
              <a:t>/</a:t>
            </a:r>
            <a:r>
              <a:rPr lang="en-US" altLang="ko-KR" dirty="0" err="1"/>
              <a:t>settings.json</a:t>
            </a:r>
            <a:r>
              <a:rPr lang="en-US" altLang="ko-KR" dirty="0"/>
              <a:t> </a:t>
            </a:r>
            <a:r>
              <a:rPr lang="ko-KR" altLang="en-US" dirty="0"/>
              <a:t>에 다음 내용 추가</a:t>
            </a:r>
            <a:r>
              <a:rPr lang="en-US" altLang="ko-KR" dirty="0"/>
              <a:t>(USER</a:t>
            </a:r>
            <a:r>
              <a:rPr lang="ko-KR" altLang="en-US" dirty="0"/>
              <a:t> 에는 실제 이름 사용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vscode</a:t>
            </a:r>
            <a:r>
              <a:rPr lang="en-US" altLang="ko-KR" dirty="0"/>
              <a:t> </a:t>
            </a:r>
            <a:r>
              <a:rPr lang="ko-KR" altLang="en-US" dirty="0"/>
              <a:t>를 열고 컴파일러를 </a:t>
            </a:r>
            <a:r>
              <a:rPr lang="en-US" altLang="ko-KR" dirty="0"/>
              <a:t>GCC for arm-non </a:t>
            </a:r>
            <a:r>
              <a:rPr lang="en-US" altLang="ko-KR" dirty="0" err="1"/>
              <a:t>eabi</a:t>
            </a:r>
            <a:r>
              <a:rPr lang="en-US" altLang="ko-KR" dirty="0"/>
              <a:t> </a:t>
            </a:r>
            <a:r>
              <a:rPr lang="ko-KR" altLang="en-US" dirty="0"/>
              <a:t>로 선택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Cmake </a:t>
            </a:r>
            <a:r>
              <a:rPr lang="ko-KR" altLang="en-US" dirty="0"/>
              <a:t>컴파일</a:t>
            </a:r>
            <a:endParaRPr lang="en-US" altLang="ko-KR" dirty="0"/>
          </a:p>
          <a:p>
            <a:pPr lvl="1"/>
            <a:r>
              <a:rPr lang="en-US" altLang="ko-KR" dirty="0" err="1"/>
              <a:t>mkdir</a:t>
            </a:r>
            <a:r>
              <a:rPr lang="ko-KR" altLang="en-US" dirty="0"/>
              <a:t> </a:t>
            </a:r>
            <a:r>
              <a:rPr lang="en-US" altLang="ko-KR" dirty="0"/>
              <a:t>build</a:t>
            </a:r>
          </a:p>
          <a:p>
            <a:pPr lvl="1"/>
            <a:r>
              <a:rPr lang="en-US" altLang="ko-KR" dirty="0"/>
              <a:t>cd build</a:t>
            </a:r>
          </a:p>
          <a:p>
            <a:pPr lvl="1"/>
            <a:r>
              <a:rPr lang="en-US" altLang="ko-KR" dirty="0"/>
              <a:t>Cmake</a:t>
            </a:r>
            <a:r>
              <a:rPr lang="ko-KR" altLang="en-US" dirty="0"/>
              <a:t> </a:t>
            </a:r>
            <a:r>
              <a:rPr lang="en-US" altLang="ko-KR" dirty="0"/>
              <a:t>..</a:t>
            </a:r>
            <a:r>
              <a:rPr lang="ko-KR" altLang="en-US" dirty="0"/>
              <a:t> </a:t>
            </a:r>
            <a:r>
              <a:rPr lang="en-US" altLang="ko-KR" dirty="0"/>
              <a:t>&amp;&amp;</a:t>
            </a:r>
            <a:r>
              <a:rPr lang="ko-KR" altLang="en-US" dirty="0"/>
              <a:t> </a:t>
            </a:r>
            <a:r>
              <a:rPr lang="en-US" altLang="ko-KR" dirty="0"/>
              <a:t>make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F472C7-7C2B-FB52-D087-6B3475B729C2}"/>
              </a:ext>
            </a:extLst>
          </p:cNvPr>
          <p:cNvSpPr txBox="1"/>
          <p:nvPr/>
        </p:nvSpPr>
        <p:spPr>
          <a:xfrm>
            <a:off x="1295400" y="2343150"/>
            <a:ext cx="3886200" cy="923330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</p:spPr>
        <p:txBody>
          <a:bodyPr wrap="square">
            <a:spAutoFit/>
          </a:bodyPr>
          <a:lstStyle/>
          <a:p>
            <a:r>
              <a:rPr lang="ko-KR" altLang="en-US" sz="900" dirty="0"/>
              <a:t>{ </a:t>
            </a:r>
          </a:p>
          <a:p>
            <a:r>
              <a:rPr lang="ko-KR" altLang="en-US" sz="900" dirty="0"/>
              <a:t>    "</a:t>
            </a:r>
            <a:r>
              <a:rPr lang="ko-KR" altLang="en-US" sz="900" dirty="0" err="1"/>
              <a:t>cmake.configureEnvironment</a:t>
            </a:r>
            <a:r>
              <a:rPr lang="ko-KR" altLang="en-US" sz="900" dirty="0"/>
              <a:t>": { </a:t>
            </a:r>
          </a:p>
          <a:p>
            <a:r>
              <a:rPr lang="ko-KR" altLang="en-US" sz="900" dirty="0"/>
              <a:t>        "PICO_SDK_PATH": "/</a:t>
            </a:r>
            <a:r>
              <a:rPr lang="ko-KR" altLang="en-US" sz="900" dirty="0" err="1"/>
              <a:t>home</a:t>
            </a:r>
            <a:r>
              <a:rPr lang="ko-KR" altLang="en-US" sz="900" dirty="0"/>
              <a:t>/$USER/</a:t>
            </a:r>
            <a:r>
              <a:rPr lang="ko-KR" altLang="en-US" sz="900" dirty="0" err="1"/>
              <a:t>micro_ros_ws</a:t>
            </a:r>
            <a:r>
              <a:rPr lang="ko-KR" altLang="en-US" sz="900" dirty="0"/>
              <a:t>/</a:t>
            </a:r>
            <a:r>
              <a:rPr lang="ko-KR" altLang="en-US" sz="900" dirty="0" err="1"/>
              <a:t>src</a:t>
            </a:r>
            <a:r>
              <a:rPr lang="ko-KR" altLang="en-US" sz="900" dirty="0"/>
              <a:t>/</a:t>
            </a:r>
            <a:r>
              <a:rPr lang="ko-KR" altLang="en-US" sz="900" dirty="0" err="1"/>
              <a:t>pico-sdk</a:t>
            </a:r>
            <a:r>
              <a:rPr lang="ko-KR" altLang="en-US" sz="900" dirty="0"/>
              <a:t>", </a:t>
            </a:r>
            <a:endParaRPr lang="en-US" altLang="ko-KR" sz="900" dirty="0"/>
          </a:p>
          <a:p>
            <a:r>
              <a:rPr lang="en-US" altLang="ko-KR" sz="900" dirty="0"/>
              <a:t>        "PICO_TOOLCHAIN_PATH": "/</a:t>
            </a:r>
            <a:r>
              <a:rPr lang="en-US" altLang="ko-KR" sz="900" dirty="0" err="1"/>
              <a:t>usr</a:t>
            </a:r>
            <a:r>
              <a:rPr lang="en-US" altLang="ko-KR" sz="900" dirty="0"/>
              <a:t>/bin",</a:t>
            </a:r>
            <a:endParaRPr lang="ko-KR" altLang="en-US" sz="900" dirty="0"/>
          </a:p>
          <a:p>
            <a:r>
              <a:rPr lang="ko-KR" altLang="en-US" sz="900" dirty="0"/>
              <a:t>    }, </a:t>
            </a:r>
          </a:p>
          <a:p>
            <a:r>
              <a:rPr lang="ko-KR" altLang="en-US" sz="9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21592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C7DFAB-34F3-143B-9D3A-5E51F3665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149BF3-DD1C-247C-0AEB-FFB62E490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파일 옮기기</a:t>
            </a:r>
            <a:endParaRPr lang="en-US" altLang="ko-KR" dirty="0"/>
          </a:p>
          <a:p>
            <a:pPr lvl="1"/>
            <a:r>
              <a:rPr lang="pt-BR" altLang="ko-KR" dirty="0"/>
              <a:t>pico_micro_ros_example.elf -&gt; </a:t>
            </a:r>
            <a:r>
              <a:rPr lang="ko-KR" altLang="en-US" dirty="0" err="1"/>
              <a:t>피코</a:t>
            </a:r>
            <a:r>
              <a:rPr lang="ko-KR" altLang="en-US" dirty="0"/>
              <a:t> 보드</a:t>
            </a:r>
            <a:endParaRPr lang="en-US" altLang="ko-KR" dirty="0"/>
          </a:p>
          <a:p>
            <a:r>
              <a:rPr lang="en-US" altLang="ko-KR" dirty="0"/>
              <a:t>micro-</a:t>
            </a:r>
            <a:r>
              <a:rPr lang="en-US" altLang="ko-KR" dirty="0" err="1"/>
              <a:t>ros</a:t>
            </a:r>
            <a:r>
              <a:rPr lang="en-US" altLang="ko-KR" dirty="0"/>
              <a:t> agent </a:t>
            </a:r>
            <a:r>
              <a:rPr lang="ko-KR" altLang="en-US" dirty="0"/>
              <a:t>실행</a:t>
            </a:r>
            <a:endParaRPr lang="en-US" altLang="ko-KR" dirty="0"/>
          </a:p>
          <a:p>
            <a:pPr lvl="1"/>
            <a:r>
              <a:rPr lang="ko-KR" altLang="en-US" dirty="0"/>
              <a:t>설치</a:t>
            </a:r>
            <a:r>
              <a:rPr lang="en-US" altLang="ko-KR" dirty="0"/>
              <a:t>:  </a:t>
            </a:r>
            <a:r>
              <a:rPr lang="en-US" altLang="ko-KR" dirty="0" err="1"/>
              <a:t>sudo</a:t>
            </a:r>
            <a:r>
              <a:rPr lang="en-US" altLang="ko-KR" dirty="0"/>
              <a:t> snap install micro-</a:t>
            </a:r>
            <a:r>
              <a:rPr lang="en-US" altLang="ko-KR" dirty="0" err="1"/>
              <a:t>ros</a:t>
            </a:r>
            <a:r>
              <a:rPr lang="en-US" altLang="ko-KR" dirty="0"/>
              <a:t>-agent</a:t>
            </a:r>
            <a:endParaRPr lang="ko-KR" altLang="en-US" dirty="0"/>
          </a:p>
          <a:p>
            <a:pPr lvl="1"/>
            <a:r>
              <a:rPr lang="en-US" altLang="ko-KR" dirty="0" err="1"/>
              <a:t>hotplug</a:t>
            </a:r>
            <a:r>
              <a:rPr lang="en-US" altLang="ko-KR" dirty="0"/>
              <a:t> </a:t>
            </a:r>
            <a:r>
              <a:rPr lang="ko-KR" altLang="en-US" dirty="0"/>
              <a:t>설정 </a:t>
            </a:r>
            <a:r>
              <a:rPr lang="en-US" altLang="ko-KR" dirty="0"/>
              <a:t>: </a:t>
            </a:r>
            <a:r>
              <a:rPr lang="en-US" altLang="ko-KR" dirty="0" err="1"/>
              <a:t>sudo</a:t>
            </a:r>
            <a:r>
              <a:rPr lang="en-US" altLang="ko-KR" dirty="0"/>
              <a:t> snap set core </a:t>
            </a:r>
            <a:r>
              <a:rPr lang="en-US" altLang="ko-KR" dirty="0" err="1"/>
              <a:t>experimental.hotplug</a:t>
            </a:r>
            <a:r>
              <a:rPr lang="en-US" altLang="ko-KR" dirty="0"/>
              <a:t>=true</a:t>
            </a:r>
          </a:p>
          <a:p>
            <a:pPr lvl="1"/>
            <a:r>
              <a:rPr lang="en-US" altLang="ko-KR" dirty="0" err="1"/>
              <a:t>systemctl</a:t>
            </a:r>
            <a:r>
              <a:rPr lang="en-US" altLang="ko-KR" dirty="0"/>
              <a:t> </a:t>
            </a:r>
            <a:r>
              <a:rPr lang="ko-KR" altLang="en-US" dirty="0" err="1"/>
              <a:t>리스타트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en-US" altLang="ko-KR" dirty="0" err="1"/>
              <a:t>sudo</a:t>
            </a:r>
            <a:r>
              <a:rPr lang="en-US" altLang="ko-KR" dirty="0"/>
              <a:t> </a:t>
            </a:r>
            <a:r>
              <a:rPr lang="en-US" altLang="ko-KR" dirty="0" err="1"/>
              <a:t>systemctl</a:t>
            </a:r>
            <a:r>
              <a:rPr lang="en-US" altLang="ko-KR" dirty="0"/>
              <a:t> restart </a:t>
            </a:r>
            <a:r>
              <a:rPr lang="en-US" altLang="ko-KR" dirty="0" err="1"/>
              <a:t>snapd</a:t>
            </a:r>
            <a:endParaRPr lang="en-US" altLang="ko-KR" dirty="0"/>
          </a:p>
          <a:p>
            <a:pPr lvl="1"/>
            <a:r>
              <a:rPr lang="ko-KR" altLang="en-US" dirty="0"/>
              <a:t>시리얼 포트 상태 확인 </a:t>
            </a:r>
            <a:r>
              <a:rPr lang="en-US" altLang="ko-KR" dirty="0"/>
              <a:t>: snap interface serial-port</a:t>
            </a:r>
          </a:p>
          <a:p>
            <a:pPr lvl="1"/>
            <a:r>
              <a:rPr lang="ko-KR" altLang="en-US" dirty="0"/>
              <a:t>시리얼 포트 연결 </a:t>
            </a:r>
            <a:r>
              <a:rPr lang="en-US" altLang="ko-KR" dirty="0"/>
              <a:t>: snap connect </a:t>
            </a:r>
            <a:r>
              <a:rPr lang="en-US" altLang="ko-KR" dirty="0" err="1"/>
              <a:t>micro-ros-agent:serial-port</a:t>
            </a:r>
            <a:r>
              <a:rPr lang="en-US" altLang="ko-KR" dirty="0"/>
              <a:t> </a:t>
            </a:r>
            <a:r>
              <a:rPr lang="en-US" altLang="ko-KR" dirty="0" err="1"/>
              <a:t>snapd:pico</a:t>
            </a:r>
            <a:endParaRPr lang="en-US" altLang="ko-KR" dirty="0"/>
          </a:p>
          <a:p>
            <a:pPr lvl="1"/>
            <a:r>
              <a:rPr lang="en-US" altLang="ko-KR" dirty="0"/>
              <a:t>micro-</a:t>
            </a:r>
            <a:r>
              <a:rPr lang="en-US" altLang="ko-KR" dirty="0" err="1"/>
              <a:t>ros</a:t>
            </a:r>
            <a:r>
              <a:rPr lang="en-US" altLang="ko-KR" dirty="0"/>
              <a:t>-agent </a:t>
            </a:r>
            <a:r>
              <a:rPr lang="ko-KR" altLang="en-US" dirty="0"/>
              <a:t>실행 </a:t>
            </a:r>
            <a:r>
              <a:rPr lang="en-US" altLang="ko-KR" dirty="0"/>
              <a:t>: micro-</a:t>
            </a:r>
            <a:r>
              <a:rPr lang="en-US" altLang="ko-KR" dirty="0" err="1"/>
              <a:t>ros</a:t>
            </a:r>
            <a:r>
              <a:rPr lang="en-US" altLang="ko-KR" dirty="0"/>
              <a:t>-agent serial --dev /dev/ttyACM0 </a:t>
            </a:r>
            <a:r>
              <a:rPr lang="en-US" altLang="ko-KR" dirty="0" err="1"/>
              <a:t>baudrate</a:t>
            </a:r>
            <a:r>
              <a:rPr lang="en-US" altLang="ko-KR" dirty="0"/>
              <a:t>=115200</a:t>
            </a:r>
          </a:p>
          <a:p>
            <a:pPr lvl="1"/>
            <a:r>
              <a:rPr lang="ko-KR" altLang="en-US" dirty="0"/>
              <a:t>디바이스 권한 설정 </a:t>
            </a:r>
            <a:r>
              <a:rPr lang="en-US" altLang="ko-KR" dirty="0"/>
              <a:t>: </a:t>
            </a:r>
            <a:r>
              <a:rPr lang="en-US" altLang="ko-KR" dirty="0" err="1"/>
              <a:t>sudo</a:t>
            </a:r>
            <a:r>
              <a:rPr lang="en-US" altLang="ko-KR" dirty="0"/>
              <a:t> </a:t>
            </a:r>
            <a:r>
              <a:rPr lang="en-US" altLang="ko-KR" dirty="0" err="1"/>
              <a:t>chmod</a:t>
            </a:r>
            <a:r>
              <a:rPr lang="en-US" altLang="ko-KR" dirty="0"/>
              <a:t> </a:t>
            </a:r>
            <a:r>
              <a:rPr lang="en-US" altLang="ko-KR" dirty="0">
                <a:effectLst/>
                <a:latin typeface="inherit"/>
              </a:rPr>
              <a:t>666</a:t>
            </a:r>
            <a:r>
              <a:rPr lang="en-US" altLang="ko-KR" dirty="0"/>
              <a:t> /dev/ttyACM0</a:t>
            </a:r>
          </a:p>
          <a:p>
            <a:pPr lvl="1"/>
            <a:r>
              <a:rPr lang="en-US" altLang="ko-KR" dirty="0"/>
              <a:t>ROS_DOMAIN_ID=0. </a:t>
            </a:r>
            <a:r>
              <a:rPr lang="ko-KR" altLang="en-US" dirty="0"/>
              <a:t>으로 해야 함</a:t>
            </a:r>
            <a:r>
              <a:rPr lang="en-US" altLang="ko-KR" dirty="0"/>
              <a:t>. </a:t>
            </a:r>
            <a:r>
              <a:rPr lang="ko-KR" altLang="en-US" dirty="0"/>
              <a:t>설정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문제 사항</a:t>
            </a:r>
            <a:endParaRPr lang="en-US" altLang="ko-KR" dirty="0"/>
          </a:p>
          <a:p>
            <a:pPr lvl="1"/>
            <a:r>
              <a:rPr lang="ko-KR" altLang="en-US" dirty="0"/>
              <a:t>연결 상태에서 실행하면 멈추는 현상이 있음 </a:t>
            </a:r>
            <a:r>
              <a:rPr lang="en-US" altLang="ko-KR" dirty="0"/>
              <a:t>-&gt; </a:t>
            </a:r>
            <a:r>
              <a:rPr lang="ko-KR" altLang="en-US" dirty="0"/>
              <a:t>정확한 원인 파악이 우선</a:t>
            </a:r>
            <a:endParaRPr lang="en-US" altLang="ko-KR" dirty="0"/>
          </a:p>
          <a:p>
            <a:pPr lvl="2"/>
            <a:r>
              <a:rPr lang="en-US" altLang="ko-KR" dirty="0" err="1"/>
              <a:t>usb</a:t>
            </a:r>
            <a:r>
              <a:rPr lang="ko-KR" altLang="en-US" dirty="0"/>
              <a:t>를 뺏다가 다시 꽂으면 정상 실행 됨</a:t>
            </a:r>
            <a:endParaRPr lang="en-US" altLang="ko-KR" dirty="0"/>
          </a:p>
          <a:p>
            <a:pPr lvl="1"/>
            <a:r>
              <a:rPr lang="en-US" altLang="ko-KR" dirty="0"/>
              <a:t>USB </a:t>
            </a:r>
            <a:r>
              <a:rPr lang="ko-KR" altLang="en-US" dirty="0"/>
              <a:t>를 연결 했을 때 </a:t>
            </a:r>
            <a:r>
              <a:rPr lang="en-US" altLang="ko-KR" dirty="0" err="1"/>
              <a:t>chmod</a:t>
            </a:r>
            <a:r>
              <a:rPr lang="en-US" altLang="ko-KR" dirty="0"/>
              <a:t> </a:t>
            </a:r>
            <a:r>
              <a:rPr lang="ko-KR" altLang="en-US" dirty="0"/>
              <a:t>를 </a:t>
            </a:r>
            <a:r>
              <a:rPr lang="en-US" altLang="ko-KR" dirty="0"/>
              <a:t>666 </a:t>
            </a:r>
            <a:r>
              <a:rPr lang="ko-KR" altLang="en-US" dirty="0"/>
              <a:t>으로</a:t>
            </a:r>
            <a:r>
              <a:rPr lang="en-US" altLang="ko-KR" dirty="0"/>
              <a:t> </a:t>
            </a:r>
            <a:r>
              <a:rPr lang="ko-KR" altLang="en-US" dirty="0"/>
              <a:t>계속 재 설정 해야 하는 문제 </a:t>
            </a:r>
            <a:r>
              <a:rPr lang="en-US" altLang="ko-KR" dirty="0"/>
              <a:t>-&gt; </a:t>
            </a:r>
            <a:r>
              <a:rPr lang="en-US" altLang="ko-KR" dirty="0" err="1"/>
              <a:t>udev</a:t>
            </a:r>
            <a:r>
              <a:rPr lang="en-US" altLang="ko-KR" dirty="0"/>
              <a:t> </a:t>
            </a:r>
            <a:r>
              <a:rPr lang="ko-KR" altLang="en-US" dirty="0"/>
              <a:t>를 통해 해결</a:t>
            </a:r>
            <a:endParaRPr lang="en-US" altLang="ko-KR" dirty="0"/>
          </a:p>
          <a:p>
            <a:pPr lvl="1"/>
            <a:endParaRPr lang="ko-KR" altLang="en-US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35534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A83ED4-6AA3-EC60-91D8-B10690DF5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rclc</a:t>
            </a:r>
            <a:r>
              <a:rPr lang="en-US" altLang="ko-KR" dirty="0"/>
              <a:t> </a:t>
            </a:r>
            <a:r>
              <a:rPr lang="ko-KR" altLang="en-US" dirty="0"/>
              <a:t>노드 작성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66B57E-3238-F595-92F4-E82EB602D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주의 사항</a:t>
            </a:r>
            <a:endParaRPr lang="en-US" altLang="ko-KR" dirty="0"/>
          </a:p>
          <a:p>
            <a:pPr lvl="1"/>
            <a:r>
              <a:rPr lang="en-US" altLang="ko-KR" dirty="0"/>
              <a:t>CMakeLists.txt </a:t>
            </a:r>
            <a:r>
              <a:rPr lang="ko-KR" altLang="en-US" dirty="0"/>
              <a:t>에서 </a:t>
            </a:r>
            <a:endParaRPr lang="en-US" altLang="ko-KR" dirty="0"/>
          </a:p>
          <a:p>
            <a:pPr lvl="2"/>
            <a:r>
              <a:rPr lang="en-US" altLang="ko-KR" dirty="0" err="1"/>
              <a:t>pico_enable_stdio_usb</a:t>
            </a:r>
            <a:r>
              <a:rPr lang="en-US" altLang="ko-KR" dirty="0"/>
              <a:t> </a:t>
            </a:r>
            <a:r>
              <a:rPr lang="ko-KR" altLang="en-US" dirty="0"/>
              <a:t>옵션과 </a:t>
            </a:r>
            <a:r>
              <a:rPr lang="en-US" altLang="ko-KR" dirty="0" err="1"/>
              <a:t>pico_enable_stdio_uart</a:t>
            </a:r>
            <a:r>
              <a:rPr lang="en-US" altLang="ko-KR" dirty="0"/>
              <a:t> </a:t>
            </a:r>
            <a:r>
              <a:rPr lang="ko-KR" altLang="en-US" dirty="0"/>
              <a:t>옵션을 실행 파일별로 설정해야 한다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 err="1"/>
              <a:t>pico_add_extra_outputs</a:t>
            </a:r>
            <a:r>
              <a:rPr lang="en-US" altLang="ko-KR" dirty="0"/>
              <a:t> </a:t>
            </a:r>
            <a:r>
              <a:rPr lang="ko-KR" altLang="en-US" dirty="0"/>
              <a:t>옵션도 실행 파일별로 넣어주어야 </a:t>
            </a:r>
            <a:r>
              <a:rPr lang="en-US" altLang="ko-KR" dirty="0"/>
              <a:t>uf2 </a:t>
            </a:r>
            <a:r>
              <a:rPr lang="ko-KR" altLang="en-US" dirty="0"/>
              <a:t>파일이 생긴다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메인 코드 에서</a:t>
            </a:r>
            <a:endParaRPr lang="en-US" altLang="ko-KR" dirty="0"/>
          </a:p>
          <a:p>
            <a:pPr lvl="2"/>
            <a:r>
              <a:rPr lang="en-US" altLang="ko-KR" dirty="0" err="1"/>
              <a:t>rclc_executor_init</a:t>
            </a:r>
            <a:r>
              <a:rPr lang="en-US" altLang="ko-KR" dirty="0"/>
              <a:t> </a:t>
            </a:r>
            <a:r>
              <a:rPr lang="ko-KR" altLang="en-US" dirty="0"/>
              <a:t>에서 관리해야 할 콜백 함수 만큼 숫자를 변경해 주어야 한다</a:t>
            </a:r>
            <a:r>
              <a:rPr lang="en-US" altLang="ko-KR" dirty="0"/>
              <a:t>.</a:t>
            </a:r>
          </a:p>
          <a:p>
            <a:pPr lvl="2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26233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A84092-0170-3DB4-A698-2722FB085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ROS_DOMAIN_ID </a:t>
            </a:r>
            <a:r>
              <a:rPr lang="ko-KR" altLang="en-US" dirty="0"/>
              <a:t>를 설정 하는 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810626-0EFA-ECB5-7E34-8E906FB82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init</a:t>
            </a:r>
            <a:r>
              <a:rPr lang="en-US" altLang="ko-KR" dirty="0"/>
              <a:t> </a:t>
            </a:r>
            <a:r>
              <a:rPr lang="en-US" altLang="ko-KR" dirty="0" err="1"/>
              <a:t>optinos</a:t>
            </a:r>
            <a:r>
              <a:rPr lang="en-US" altLang="ko-KR" dirty="0"/>
              <a:t> </a:t>
            </a:r>
            <a:r>
              <a:rPr lang="ko-KR" altLang="en-US" dirty="0"/>
              <a:t>객체를 만든다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 err="1"/>
              <a:t>rcl_init_options_t</a:t>
            </a:r>
            <a:r>
              <a:rPr lang="en-US" altLang="ko-KR" dirty="0"/>
              <a:t> </a:t>
            </a:r>
            <a:r>
              <a:rPr lang="en-US" altLang="ko-KR" dirty="0" err="1"/>
              <a:t>init_options</a:t>
            </a:r>
            <a:r>
              <a:rPr lang="en-US" altLang="ko-KR" dirty="0"/>
              <a:t> = </a:t>
            </a:r>
            <a:r>
              <a:rPr lang="en-US" altLang="ko-KR" dirty="0" err="1"/>
              <a:t>rcl_get_zero_initialized_init_options</a:t>
            </a:r>
            <a:r>
              <a:rPr lang="en-US" altLang="ko-KR" dirty="0"/>
              <a:t>();</a:t>
            </a:r>
          </a:p>
          <a:p>
            <a:r>
              <a:rPr lang="en-US" altLang="ko-KR" dirty="0" err="1"/>
              <a:t>init</a:t>
            </a:r>
            <a:r>
              <a:rPr lang="en-US" altLang="ko-KR" dirty="0"/>
              <a:t> </a:t>
            </a:r>
            <a:r>
              <a:rPr lang="en-US" altLang="ko-KR" dirty="0" err="1"/>
              <a:t>optinos</a:t>
            </a:r>
            <a:r>
              <a:rPr lang="en-US" altLang="ko-KR" dirty="0"/>
              <a:t> </a:t>
            </a:r>
            <a:r>
              <a:rPr lang="ko-KR" altLang="en-US" dirty="0"/>
              <a:t>객체를 </a:t>
            </a:r>
            <a:r>
              <a:rPr lang="en-US" altLang="ko-KR" dirty="0"/>
              <a:t>allocator</a:t>
            </a:r>
            <a:r>
              <a:rPr lang="ko-KR" altLang="en-US" dirty="0"/>
              <a:t>에 할당 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RCCHECK(</a:t>
            </a:r>
            <a:r>
              <a:rPr lang="en-US" altLang="ko-KR" dirty="0" err="1"/>
              <a:t>rcl_init_options_init</a:t>
            </a:r>
            <a:r>
              <a:rPr lang="en-US" altLang="ko-KR" dirty="0"/>
              <a:t>(&amp;</a:t>
            </a:r>
            <a:r>
              <a:rPr lang="en-US" altLang="ko-KR" dirty="0" err="1"/>
              <a:t>init_options</a:t>
            </a:r>
            <a:r>
              <a:rPr lang="en-US" altLang="ko-KR" dirty="0"/>
              <a:t>, allocator));</a:t>
            </a:r>
          </a:p>
          <a:p>
            <a:r>
              <a:rPr lang="en-US" altLang="ko-KR" dirty="0" err="1"/>
              <a:t>domain_id</a:t>
            </a:r>
            <a:r>
              <a:rPr lang="en-US" altLang="ko-KR" dirty="0"/>
              <a:t> </a:t>
            </a:r>
            <a:r>
              <a:rPr lang="ko-KR" altLang="en-US" dirty="0"/>
              <a:t>를 설정한다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RCCHECK(</a:t>
            </a:r>
            <a:r>
              <a:rPr lang="en-US" altLang="ko-KR" dirty="0" err="1"/>
              <a:t>rcl_init_options_set_domain_id</a:t>
            </a:r>
            <a:r>
              <a:rPr lang="en-US" altLang="ko-KR" dirty="0"/>
              <a:t>(&amp;</a:t>
            </a:r>
            <a:r>
              <a:rPr lang="en-US" altLang="ko-KR" dirty="0" err="1"/>
              <a:t>init_options</a:t>
            </a:r>
            <a:r>
              <a:rPr lang="en-US" altLang="ko-KR" dirty="0"/>
              <a:t>, 20));</a:t>
            </a:r>
          </a:p>
          <a:p>
            <a:r>
              <a:rPr lang="en-US" altLang="ko-KR" dirty="0"/>
              <a:t>support </a:t>
            </a:r>
            <a:r>
              <a:rPr lang="en-US" altLang="ko-KR" dirty="0" err="1"/>
              <a:t>init</a:t>
            </a:r>
            <a:r>
              <a:rPr lang="en-US" altLang="ko-KR" dirty="0"/>
              <a:t> </a:t>
            </a:r>
            <a:r>
              <a:rPr lang="ko-KR" altLang="en-US" dirty="0"/>
              <a:t>을 </a:t>
            </a:r>
            <a:r>
              <a:rPr lang="en-US" altLang="ko-KR" dirty="0" err="1"/>
              <a:t>init</a:t>
            </a:r>
            <a:r>
              <a:rPr lang="en-US" altLang="ko-KR" dirty="0"/>
              <a:t> options </a:t>
            </a:r>
            <a:r>
              <a:rPr lang="ko-KR" altLang="en-US" dirty="0"/>
              <a:t>으로 초기화 한다</a:t>
            </a:r>
            <a:r>
              <a:rPr lang="en-US" altLang="ko-KR" dirty="0"/>
              <a:t>. </a:t>
            </a:r>
          </a:p>
          <a:p>
            <a:pPr lvl="1"/>
            <a:r>
              <a:rPr lang="en-US" altLang="ko-KR" dirty="0"/>
              <a:t>RCCHECK(</a:t>
            </a:r>
            <a:r>
              <a:rPr lang="en-US" altLang="ko-KR" dirty="0" err="1"/>
              <a:t>rclc_support_init_with_options</a:t>
            </a:r>
            <a:r>
              <a:rPr lang="en-US" altLang="ko-KR" dirty="0"/>
              <a:t>(&amp;support, 0, NULL, &amp;</a:t>
            </a:r>
            <a:r>
              <a:rPr lang="en-US" altLang="ko-KR" dirty="0" err="1"/>
              <a:t>init_options</a:t>
            </a:r>
            <a:r>
              <a:rPr lang="en-US" altLang="ko-KR" dirty="0"/>
              <a:t>, &amp;allocator));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1011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01F219-D1CB-C70A-E570-DD547F0DC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다음 작업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288B77-0E8A-D69B-3A50-A4781E4D0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pico</a:t>
            </a:r>
            <a:r>
              <a:rPr lang="en-US" altLang="ko-KR" dirty="0"/>
              <a:t> </a:t>
            </a:r>
            <a:r>
              <a:rPr lang="ko-KR" altLang="en-US" dirty="0"/>
              <a:t>를 이용해서 </a:t>
            </a:r>
            <a:r>
              <a:rPr lang="ko-KR" altLang="en-US" dirty="0" err="1"/>
              <a:t>서보</a:t>
            </a:r>
            <a:r>
              <a:rPr lang="ko-KR" altLang="en-US" dirty="0"/>
              <a:t> 제어 </a:t>
            </a:r>
            <a:r>
              <a:rPr lang="en-US" altLang="ko-KR" dirty="0" err="1"/>
              <a:t>pwm</a:t>
            </a:r>
            <a:r>
              <a:rPr lang="en-US" altLang="ko-KR" dirty="0"/>
              <a:t> </a:t>
            </a:r>
          </a:p>
          <a:p>
            <a:r>
              <a:rPr lang="en-US" altLang="ko-KR" dirty="0" err="1"/>
              <a:t>pico</a:t>
            </a:r>
            <a:r>
              <a:rPr lang="en-US" altLang="ko-KR" dirty="0"/>
              <a:t> </a:t>
            </a:r>
            <a:r>
              <a:rPr lang="ko-KR" altLang="en-US" dirty="0"/>
              <a:t>를 이용해서 </a:t>
            </a:r>
            <a:r>
              <a:rPr lang="ko-KR" altLang="en-US" dirty="0" err="1"/>
              <a:t>다이나믹셀</a:t>
            </a:r>
            <a:r>
              <a:rPr lang="ko-KR" altLang="en-US" dirty="0"/>
              <a:t> 제어 외부 래퍼 </a:t>
            </a:r>
            <a:endParaRPr lang="en-US" altLang="ko-KR" dirty="0"/>
          </a:p>
          <a:p>
            <a:r>
              <a:rPr lang="en-US" altLang="ko-KR" dirty="0" err="1"/>
              <a:t>pico</a:t>
            </a:r>
            <a:r>
              <a:rPr lang="en-US" altLang="ko-KR" dirty="0"/>
              <a:t> W </a:t>
            </a:r>
            <a:r>
              <a:rPr lang="ko-KR" altLang="en-US" dirty="0"/>
              <a:t>를 이용해서 </a:t>
            </a:r>
            <a:r>
              <a:rPr lang="en-US" altLang="ko-KR" dirty="0" err="1"/>
              <a:t>wifi</a:t>
            </a:r>
            <a:r>
              <a:rPr lang="en-US" altLang="ko-KR" dirty="0"/>
              <a:t> </a:t>
            </a:r>
            <a:r>
              <a:rPr lang="ko-KR" altLang="en-US" dirty="0"/>
              <a:t>연결</a:t>
            </a:r>
            <a:endParaRPr lang="en-US" altLang="ko-KR" dirty="0"/>
          </a:p>
          <a:p>
            <a:r>
              <a:rPr lang="ko-KR" altLang="en-US" dirty="0"/>
              <a:t>간단한 로봇 </a:t>
            </a:r>
            <a:r>
              <a:rPr lang="en-US" altLang="ko-KR" dirty="0" err="1"/>
              <a:t>urdf</a:t>
            </a:r>
            <a:r>
              <a:rPr lang="en-US" altLang="ko-KR" dirty="0"/>
              <a:t> </a:t>
            </a:r>
            <a:r>
              <a:rPr lang="ko-KR" altLang="en-US" dirty="0"/>
              <a:t>를 작성하고 </a:t>
            </a:r>
            <a:r>
              <a:rPr lang="en-US" altLang="ko-KR" dirty="0" err="1"/>
              <a:t>tf</a:t>
            </a:r>
            <a:r>
              <a:rPr lang="en-US" altLang="ko-KR" dirty="0"/>
              <a:t> </a:t>
            </a:r>
            <a:r>
              <a:rPr lang="ko-KR" altLang="en-US" dirty="0"/>
              <a:t>와 </a:t>
            </a:r>
            <a:r>
              <a:rPr lang="en-US" altLang="ko-KR" dirty="0"/>
              <a:t>descriptor </a:t>
            </a:r>
            <a:r>
              <a:rPr lang="ko-KR" altLang="en-US" dirty="0"/>
              <a:t>발행 </a:t>
            </a:r>
            <a:endParaRPr lang="en-US" altLang="ko-KR" dirty="0"/>
          </a:p>
          <a:p>
            <a:r>
              <a:rPr lang="en-US" altLang="ko-KR" dirty="0"/>
              <a:t>gazebo </a:t>
            </a:r>
            <a:r>
              <a:rPr lang="ko-KR" altLang="en-US" dirty="0"/>
              <a:t>에서 </a:t>
            </a:r>
            <a:r>
              <a:rPr lang="ko-KR" altLang="en-US" dirty="0" err="1"/>
              <a:t>서보</a:t>
            </a:r>
            <a:r>
              <a:rPr lang="ko-KR" altLang="en-US"/>
              <a:t> 제어 영상 출력 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2003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레퍼런스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hlinkClick r:id="rId2"/>
              </a:rPr>
              <a:t>https://github.com/freshmea/micro-ROS-demos/tree/iron</a:t>
            </a:r>
            <a:endParaRPr lang="en-US" altLang="ko-KR" dirty="0"/>
          </a:p>
          <a:p>
            <a:r>
              <a:rPr lang="en-US" altLang="ko-KR" dirty="0">
                <a:hlinkClick r:id="rId3"/>
              </a:rPr>
              <a:t>https://micro.ros.org/docs/tutorials/programming_rcl_rclc/pub_sub/#subscription</a:t>
            </a:r>
            <a:endParaRPr lang="en-US" altLang="ko-KR" dirty="0"/>
          </a:p>
          <a:p>
            <a:r>
              <a:rPr lang="en-US" altLang="ko-KR" dirty="0">
                <a:hlinkClick r:id="rId4"/>
              </a:rPr>
              <a:t>https://ubuntu.com/blog/getting-started-with-micro-ros-on-raspberry-pi-pico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8451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+mn-ea"/>
                <a:ea typeface="+mn-ea"/>
              </a:rPr>
              <a:t>[</a:t>
            </a:r>
            <a:r>
              <a:rPr lang="ko-KR" altLang="en-US" b="1" dirty="0">
                <a:latin typeface="+mn-ea"/>
                <a:ea typeface="+mn-ea"/>
              </a:rPr>
              <a:t>실습</a:t>
            </a:r>
            <a:r>
              <a:rPr lang="en-US" altLang="ko-KR" b="1" dirty="0">
                <a:latin typeface="+mn-ea"/>
                <a:ea typeface="+mn-ea"/>
              </a:rPr>
              <a:t>]</a:t>
            </a:r>
            <a:endParaRPr lang="ko-KR" altLang="en-US" b="1" dirty="0">
              <a:latin typeface="+mn-ea"/>
              <a:ea typeface="+mn-ea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1. </a:t>
            </a:r>
            <a:r>
              <a:rPr lang="ko-KR" altLang="en-US" dirty="0" err="1"/>
              <a:t>가제보로</a:t>
            </a:r>
            <a:r>
              <a:rPr lang="ko-KR" altLang="en-US" dirty="0"/>
              <a:t> </a:t>
            </a:r>
            <a:r>
              <a:rPr lang="ko-KR" altLang="en-US" dirty="0" err="1"/>
              <a:t>터틀봇</a:t>
            </a:r>
            <a:r>
              <a:rPr lang="en-US" altLang="ko-KR" dirty="0"/>
              <a:t>3 </a:t>
            </a:r>
            <a:r>
              <a:rPr lang="ko-KR" altLang="en-US" dirty="0"/>
              <a:t>월드에 </a:t>
            </a:r>
            <a:r>
              <a:rPr lang="ko-KR" altLang="en-US" dirty="0" err="1"/>
              <a:t>터틀봇을</a:t>
            </a:r>
            <a:r>
              <a:rPr lang="ko-KR" altLang="en-US" dirty="0"/>
              <a:t> 불러오고 </a:t>
            </a:r>
            <a:r>
              <a:rPr lang="en-US" altLang="ko-KR" dirty="0"/>
              <a:t>SLAM</a:t>
            </a:r>
            <a:r>
              <a:rPr lang="ko-KR" altLang="en-US" dirty="0"/>
              <a:t>을 실행해서 지도를 만든다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 </a:t>
            </a:r>
            <a:endParaRPr lang="ko-KR" altLang="ko-KR" dirty="0"/>
          </a:p>
          <a:p>
            <a:r>
              <a:rPr lang="en-US" altLang="ko-KR" dirty="0"/>
              <a:t>2.  </a:t>
            </a:r>
            <a:r>
              <a:rPr lang="ko-KR" altLang="en-US" dirty="0" err="1"/>
              <a:t>가제보로</a:t>
            </a:r>
            <a:r>
              <a:rPr lang="ko-KR" altLang="en-US" dirty="0"/>
              <a:t> </a:t>
            </a:r>
            <a:r>
              <a:rPr lang="ko-KR" altLang="en-US" dirty="0" err="1"/>
              <a:t>터틀봇</a:t>
            </a:r>
            <a:r>
              <a:rPr lang="en-US" altLang="ko-KR" dirty="0"/>
              <a:t>3</a:t>
            </a:r>
            <a:r>
              <a:rPr lang="ko-KR" altLang="en-US" dirty="0"/>
              <a:t>월드를 불러오고 </a:t>
            </a:r>
            <a:r>
              <a:rPr lang="en-US" altLang="ko-KR" dirty="0"/>
              <a:t>1</a:t>
            </a:r>
            <a:r>
              <a:rPr lang="ko-KR" altLang="en-US" dirty="0"/>
              <a:t>에서 만든 지도로 네비게이션을 해 본다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 </a:t>
            </a:r>
          </a:p>
          <a:p>
            <a:endParaRPr lang="ko-KR" altLang="ko-KR" dirty="0"/>
          </a:p>
          <a:p>
            <a:r>
              <a:rPr lang="en-US" altLang="ko-KR" dirty="0"/>
              <a:t>3. </a:t>
            </a:r>
            <a:r>
              <a:rPr lang="ko-KR" altLang="en-US" dirty="0"/>
              <a:t>네비게이션 노드를 작성해서 </a:t>
            </a:r>
            <a:r>
              <a:rPr lang="ko-KR" altLang="en-US" dirty="0" err="1"/>
              <a:t>가제보의</a:t>
            </a:r>
            <a:r>
              <a:rPr lang="ko-KR" altLang="en-US" dirty="0"/>
              <a:t> </a:t>
            </a:r>
            <a:r>
              <a:rPr lang="ko-KR" altLang="en-US" dirty="0" err="1"/>
              <a:t>터틀봇을</a:t>
            </a:r>
            <a:r>
              <a:rPr lang="ko-KR" altLang="en-US" dirty="0"/>
              <a:t> </a:t>
            </a:r>
            <a:r>
              <a:rPr lang="ko-KR" altLang="en-US" dirty="0" err="1"/>
              <a:t>코드대로</a:t>
            </a:r>
            <a:r>
              <a:rPr lang="ko-KR" altLang="en-US" dirty="0"/>
              <a:t> 움직이게 해 본다</a:t>
            </a:r>
            <a:r>
              <a:rPr lang="en-US" altLang="ko-KR" dirty="0"/>
              <a:t>. </a:t>
            </a:r>
            <a:endParaRPr lang="ko-KR" altLang="ko-KR" dirty="0"/>
          </a:p>
          <a:p>
            <a:r>
              <a:rPr lang="en-US" altLang="ko-KR" dirty="0"/>
              <a:t> (</a:t>
            </a:r>
            <a:r>
              <a:rPr lang="en-US" altLang="ko-KR" dirty="0" err="1"/>
              <a:t>Followwaypoints</a:t>
            </a:r>
            <a:r>
              <a:rPr lang="en-US" altLang="ko-KR" dirty="0"/>
              <a:t> action</a:t>
            </a:r>
            <a:r>
              <a:rPr lang="ko-KR" altLang="en-US" dirty="0"/>
              <a:t>을 이용한다</a:t>
            </a:r>
            <a:r>
              <a:rPr lang="en-US" altLang="ko-KR" dirty="0"/>
              <a:t>. )</a:t>
            </a:r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592448431"/>
      </p:ext>
    </p:extLst>
  </p:cSld>
  <p:clrMapOvr>
    <a:masterClrMapping/>
  </p:clrMapOvr>
</p:sld>
</file>

<file path=ppt/theme/theme1.xml><?xml version="1.0" encoding="utf-8"?>
<a:theme xmlns:a="http://schemas.openxmlformats.org/drawingml/2006/main" name="바인드소프트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9050">
          <a:solidFill>
            <a:schemeClr val="tx1"/>
          </a:solidFill>
          <a:prstDash val="solid"/>
        </a:ln>
        <a:effectLst/>
      </a:spPr>
      <a:bodyPr wrap="square" rtlCol="0" anchor="ctr" anchorCtr="0">
        <a:noAutofit/>
      </a:bodyPr>
      <a:lstStyle>
        <a:defPPr marL="742950" indent="-742950" algn="ctr">
          <a:defRPr dirty="0" smtClean="0">
            <a:latin typeface="HY동녘B" pitchFamily="18" charset="-127"/>
            <a:ea typeface="HY동녘B" pitchFamily="18" charset="-127"/>
          </a:defRPr>
        </a:defPPr>
      </a:lstStyle>
    </a:spDef>
    <a:lnDef>
      <a:spPr>
        <a:ln w="19050">
          <a:solidFill>
            <a:schemeClr val="tx1"/>
          </a:solidFill>
          <a:headEnd type="none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gradFill>
          <a:gsLst>
            <a:gs pos="100000">
              <a:schemeClr val="bg1"/>
            </a:gs>
            <a:gs pos="0">
              <a:schemeClr val="bg1">
                <a:alpha val="0"/>
              </a:schemeClr>
            </a:gs>
          </a:gsLst>
          <a:lin ang="5400000" scaled="0"/>
        </a:gradFill>
      </a:spPr>
      <a:bodyPr vert="horz" lIns="91440" tIns="45720" rIns="91440" bIns="45720" rtlCol="0" anchor="ctr">
        <a:noAutofit/>
      </a:bodyPr>
      <a:lstStyle>
        <a:defPPr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바인드소프트" id="{9F29D461-A87A-4152-BAD6-53B5FC0ADF71}" vid="{A468E1C3-A913-41F0-BB80-6BEB0CCAC86F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2689</TotalTime>
  <Words>685</Words>
  <Application>Microsoft Office PowerPoint</Application>
  <PresentationFormat>화면 슬라이드 쇼(16:9)</PresentationFormat>
  <Paragraphs>82</Paragraphs>
  <Slides>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HY견고딕</vt:lpstr>
      <vt:lpstr>inherit</vt:lpstr>
      <vt:lpstr>맑은 고딕</vt:lpstr>
      <vt:lpstr>Arial</vt:lpstr>
      <vt:lpstr>Wingdings</vt:lpstr>
      <vt:lpstr>바인드소프트</vt:lpstr>
      <vt:lpstr>터트봇3 제어 실습</vt:lpstr>
      <vt:lpstr>실습</vt:lpstr>
      <vt:lpstr>실습</vt:lpstr>
      <vt:lpstr>rclc 노드 작성</vt:lpstr>
      <vt:lpstr>ROS_DOMAIN_ID 를 설정 하는 방법</vt:lpstr>
      <vt:lpstr>다음 작업</vt:lpstr>
      <vt:lpstr>레퍼런스</vt:lpstr>
      <vt:lpstr>[실습]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Sugil Choi</cp:lastModifiedBy>
  <cp:revision>50</cp:revision>
  <dcterms:created xsi:type="dcterms:W3CDTF">2023-01-17T00:02:46Z</dcterms:created>
  <dcterms:modified xsi:type="dcterms:W3CDTF">2024-11-20T00:46:44Z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