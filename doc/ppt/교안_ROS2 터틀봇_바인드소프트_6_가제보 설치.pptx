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07" r:id="rId1"/>
    <p:sldMasterId id="2147483913" r:id="rId2"/>
  </p:sldMasterIdLst>
  <p:notesMasterIdLst>
    <p:notesMasterId r:id="rId21"/>
  </p:notesMasterIdLst>
  <p:sldIdLst>
    <p:sldId id="256" r:id="rId3"/>
    <p:sldId id="452" r:id="rId4"/>
    <p:sldId id="443" r:id="rId5"/>
    <p:sldId id="444" r:id="rId6"/>
    <p:sldId id="446" r:id="rId7"/>
    <p:sldId id="445" r:id="rId8"/>
    <p:sldId id="450" r:id="rId9"/>
    <p:sldId id="451" r:id="rId10"/>
    <p:sldId id="453" r:id="rId11"/>
    <p:sldId id="454" r:id="rId12"/>
    <p:sldId id="455" r:id="rId13"/>
    <p:sldId id="456" r:id="rId14"/>
    <p:sldId id="457" r:id="rId15"/>
    <p:sldId id="447" r:id="rId16"/>
    <p:sldId id="448" r:id="rId17"/>
    <p:sldId id="449" r:id="rId18"/>
    <p:sldId id="458" r:id="rId19"/>
    <p:sldId id="442" r:id="rId20"/>
  </p:sldIdLst>
  <p:sldSz cx="9144000" cy="5143500" type="screen16x9"/>
  <p:notesSz cx="9144000" cy="51435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820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D2A5-4FF8-4918-9456-B07213B3336C}" type="datetimeFigureOut">
              <a:rPr lang="ko-KR" altLang="en-US" smtClean="0"/>
              <a:t>2025-04-09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8C445-8399-4BBC-B4FD-0A9FF6B779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13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wget</a:t>
            </a:r>
            <a:r>
              <a:rPr lang="en-US" altLang="ko-KR" dirty="0"/>
              <a:t> https://packages.osrfoundation.org/gazebo.gpg -O /</a:t>
            </a:r>
            <a:r>
              <a:rPr lang="en-US" altLang="ko-KR" dirty="0" err="1"/>
              <a:t>usr</a:t>
            </a:r>
            <a:r>
              <a:rPr lang="en-US" altLang="ko-KR" dirty="0"/>
              <a:t>/share/keyrings/pkgs-</a:t>
            </a:r>
            <a:r>
              <a:rPr lang="en-US" altLang="ko-KR" dirty="0" err="1"/>
              <a:t>osrf</a:t>
            </a:r>
            <a:r>
              <a:rPr lang="en-US" altLang="ko-KR" dirty="0"/>
              <a:t>-archive-</a:t>
            </a:r>
            <a:r>
              <a:rPr lang="en-US" altLang="ko-KR" dirty="0" err="1"/>
              <a:t>keyring.gpg</a:t>
            </a:r>
            <a:r>
              <a:rPr lang="en-US" altLang="ko-KR" dirty="0"/>
              <a:t> echo "deb [arch=$(</a:t>
            </a:r>
            <a:r>
              <a:rPr lang="en-US" altLang="ko-KR" dirty="0" err="1"/>
              <a:t>dpkg</a:t>
            </a:r>
            <a:r>
              <a:rPr lang="en-US" altLang="ko-KR" dirty="0"/>
              <a:t> --print-architecture) signed-by=/</a:t>
            </a:r>
            <a:r>
              <a:rPr lang="en-US" altLang="ko-KR" dirty="0" err="1"/>
              <a:t>usr</a:t>
            </a:r>
            <a:r>
              <a:rPr lang="en-US" altLang="ko-KR" dirty="0"/>
              <a:t>/share/keyrings/pkgs-</a:t>
            </a:r>
            <a:r>
              <a:rPr lang="en-US" altLang="ko-KR" dirty="0" err="1"/>
              <a:t>osrf</a:t>
            </a:r>
            <a:r>
              <a:rPr lang="en-US" altLang="ko-KR" dirty="0"/>
              <a:t>-archive-</a:t>
            </a:r>
            <a:r>
              <a:rPr lang="en-US" altLang="ko-KR" dirty="0" err="1"/>
              <a:t>keyring.gpg</a:t>
            </a:r>
            <a:r>
              <a:rPr lang="en-US" altLang="ko-KR" dirty="0"/>
              <a:t>] http://packages.osrfoundation.org/gazebo/ubuntu-stable $(</a:t>
            </a:r>
            <a:r>
              <a:rPr lang="en-US" altLang="ko-KR" dirty="0" err="1"/>
              <a:t>lsb_release</a:t>
            </a:r>
            <a:r>
              <a:rPr lang="en-US" altLang="ko-KR" dirty="0"/>
              <a:t> -cs) main" | </a:t>
            </a:r>
            <a:r>
              <a:rPr lang="en-US" altLang="ko-KR" dirty="0" err="1"/>
              <a:t>sudo</a:t>
            </a:r>
            <a:r>
              <a:rPr lang="en-US" altLang="ko-KR" dirty="0"/>
              <a:t> tee /</a:t>
            </a:r>
            <a:r>
              <a:rPr lang="en-US" altLang="ko-KR" dirty="0" err="1"/>
              <a:t>etc</a:t>
            </a:r>
            <a:r>
              <a:rPr lang="en-US" altLang="ko-KR" dirty="0"/>
              <a:t>/apt/</a:t>
            </a:r>
            <a:r>
              <a:rPr lang="en-US" altLang="ko-KR" dirty="0" err="1"/>
              <a:t>sources.list.d</a:t>
            </a:r>
            <a:r>
              <a:rPr lang="en-US" altLang="ko-KR" dirty="0"/>
              <a:t>/gazebo-</a:t>
            </a:r>
            <a:r>
              <a:rPr lang="en-US" altLang="ko-KR" dirty="0" err="1"/>
              <a:t>stable.list</a:t>
            </a:r>
            <a:r>
              <a:rPr lang="en-US" altLang="ko-KR" dirty="0"/>
              <a:t> &gt; /dev/null </a:t>
            </a:r>
            <a:r>
              <a:rPr lang="en-US" altLang="ko-KR" dirty="0" err="1"/>
              <a:t>sudo</a:t>
            </a:r>
            <a:r>
              <a:rPr lang="en-US" altLang="ko-KR" dirty="0"/>
              <a:t> apt-get update </a:t>
            </a:r>
            <a:r>
              <a:rPr lang="en-US" altLang="ko-KR" dirty="0" err="1"/>
              <a:t>sudo</a:t>
            </a:r>
            <a:r>
              <a:rPr lang="en-US" altLang="ko-KR" dirty="0"/>
              <a:t> apt-get install </a:t>
            </a:r>
            <a:r>
              <a:rPr lang="en-US" altLang="ko-KR" dirty="0" err="1"/>
              <a:t>gz</a:t>
            </a:r>
            <a:r>
              <a:rPr lang="en-US" altLang="ko-KR" dirty="0"/>
              <a:t>-harmonic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8C445-8399-4BBC-B4FD-0A9FF6B7792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220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rgbClr val="B58900"/>
                </a:solidFill>
                <a:effectLst/>
              </a:rPr>
              <a:t>sudo</a:t>
            </a:r>
            <a:r>
              <a:rPr lang="en-US" altLang="ko-KR" dirty="0">
                <a:solidFill>
                  <a:srgbClr val="B58900"/>
                </a:solidFill>
                <a:effectLst/>
              </a:rPr>
              <a:t> </a:t>
            </a:r>
            <a:r>
              <a:rPr lang="en-US" altLang="ko-KR" dirty="0"/>
              <a:t>apt </a:t>
            </a:r>
            <a:r>
              <a:rPr lang="en-US" altLang="ko-KR" dirty="0">
                <a:solidFill>
                  <a:srgbClr val="B58900"/>
                </a:solidFill>
                <a:effectLst/>
              </a:rPr>
              <a:t>install </a:t>
            </a:r>
            <a:r>
              <a:rPr lang="en-US" altLang="ko-KR" dirty="0" err="1"/>
              <a:t>ros</a:t>
            </a:r>
            <a:r>
              <a:rPr lang="en-US" altLang="ko-KR" dirty="0"/>
              <a:t>-humble-gazebo-</a:t>
            </a:r>
            <a:r>
              <a:rPr lang="en-US" altLang="ko-KR" dirty="0">
                <a:solidFill>
                  <a:srgbClr val="859900"/>
                </a:solidFill>
                <a:effectLst/>
              </a:rPr>
              <a:t>*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8C445-8399-4BBC-B4FD-0A9FF6B7792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144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</a:rPr>
              <a:t>GAZEBO_MODEL_PATH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: Gazebo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가 모델을 검색할 콜론으로 구분된 디렉토리 세트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</a:rPr>
              <a:t>GAZEBO_RESOURCE_PATH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: Gazebo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가 월드 및 미디어 파일과 같은 다른 리소스를 검색하는 콜론으로 구분된 디렉토리 세트입니다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.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</a:rPr>
              <a:t>GAZEBO_MASTER_URI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: Gazebo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마스터의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URI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서버가 시작될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IP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와 포트를 지정하고 클라이언트에게 연결할 위치를 알려줍니다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.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</a:rPr>
              <a:t>GAZEBO_PLUGIN_PATH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: Gazebo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가 런타임에 플러그인 공유 라이브러리를 검색하는 콜론으로 구분된 디렉토리 세트입니다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.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</a:rPr>
              <a:t>GAZEBO_MODEL_DATABASE_URI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: Gazebo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가 모델을 다운로드할 온라인 모델 데이터베이스의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URI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8C445-8399-4BBC-B4FD-0A9FF6B7792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5810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E6EDF3"/>
                </a:solidFill>
                <a:effectLst/>
                <a:latin typeface="ui-monospace"/>
              </a:rPr>
              <a:t>source /</a:t>
            </a:r>
            <a:r>
              <a:rPr lang="en-US" altLang="ko-KR" b="0" i="0" dirty="0" err="1">
                <a:solidFill>
                  <a:srgbClr val="E6EDF3"/>
                </a:solidFill>
                <a:effectLst/>
                <a:latin typeface="ui-monospace"/>
              </a:rPr>
              <a:t>usr</a:t>
            </a:r>
            <a:r>
              <a:rPr lang="en-US" altLang="ko-KR" b="0" i="0" dirty="0">
                <a:solidFill>
                  <a:srgbClr val="E6EDF3"/>
                </a:solidFill>
                <a:effectLst/>
                <a:latin typeface="ui-monospace"/>
              </a:rPr>
              <a:t>/share/gazebo/</a:t>
            </a:r>
            <a:r>
              <a:rPr lang="en-US" altLang="ko-KR" b="0" i="0" dirty="0" err="1">
                <a:solidFill>
                  <a:srgbClr val="E6EDF3"/>
                </a:solidFill>
                <a:effectLst/>
                <a:latin typeface="ui-monospace"/>
              </a:rPr>
              <a:t>setup.bash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8C445-8399-4BBC-B4FD-0A9FF6B7792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1007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4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20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367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6545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C2C2C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29999" y="1515393"/>
            <a:ext cx="4025900" cy="3484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F06292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44625" y="1515393"/>
            <a:ext cx="4077970" cy="3275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ECEEF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156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2285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3219822"/>
            <a:ext cx="8352928" cy="6377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소단원 및 부제목</a:t>
            </a:r>
            <a:endParaRPr lang="en-US" altLang="ko-KR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228513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sz="2700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730389"/>
            <a:ext cx="9144000" cy="2268252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6858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7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/>
              <a:t> </a:t>
            </a:r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4221528"/>
            <a:ext cx="8280920" cy="54006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68580" tIns="34290" rIns="68580" bIns="34290" rtlCol="0" anchor="ctr">
            <a:noAutofit/>
          </a:bodyPr>
          <a:lstStyle/>
          <a:p>
            <a:pPr algn="ctr"/>
            <a:r>
              <a:rPr lang="ko-KR" altLang="en-US" sz="1050" u="sng" dirty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050" u="sng" dirty="0" err="1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050" u="sng" dirty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175594"/>
            <a:ext cx="1224136" cy="905982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137924"/>
            <a:ext cx="648072" cy="4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5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3268270"/>
            <a:ext cx="8072494" cy="53579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0" cap="all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339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53560"/>
            <a:ext cx="8229600" cy="436946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4822048"/>
            <a:ext cx="2895600" cy="219059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4822048"/>
            <a:ext cx="2133600" cy="219059"/>
          </a:xfrm>
        </p:spPr>
        <p:txBody>
          <a:bodyPr/>
          <a:lstStyle/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696502"/>
            <a:ext cx="8229600" cy="412554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465516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901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8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1"/>
            <a:ext cx="9144000" cy="20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59297"/>
            <a:ext cx="9144000" cy="184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465516"/>
            <a:ext cx="8229600" cy="419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ko-KR" smtClean="0"/>
              <a:t>‹#›</a:t>
            </a:fld>
            <a:endParaRPr lang="en-US" altLang="ko-KR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09104"/>
            <a:ext cx="8229600" cy="3024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10139"/>
            <a:ext cx="738064" cy="54624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4590160"/>
            <a:ext cx="738064" cy="5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5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</p:sldLayoutIdLst>
  <p:txStyles>
    <p:titleStyle>
      <a:lvl1pPr algn="l" defTabSz="685800" rtl="0" eaLnBrk="1" latinLnBrk="1" hangingPunct="1">
        <a:spcBef>
          <a:spcPct val="0"/>
        </a:spcBef>
        <a:buNone/>
        <a:defRPr sz="15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257175" indent="-257175" algn="l" defTabSz="6858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200" kern="1200">
          <a:solidFill>
            <a:schemeClr val="tx1"/>
          </a:solidFill>
          <a:latin typeface="+mn-ea"/>
          <a:ea typeface="+mn-ea"/>
          <a:cs typeface="+mn-cs"/>
        </a:defRPr>
      </a:lvl1pPr>
      <a:lvl2pPr marL="557213" indent="-214313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ea"/>
          <a:ea typeface="+mn-ea"/>
          <a:cs typeface="+mn-cs"/>
        </a:defRPr>
      </a:lvl3pPr>
      <a:lvl4pPr marL="1200150" indent="-171450" algn="l" defTabSz="6858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200" kern="1200">
          <a:solidFill>
            <a:schemeClr val="tx1"/>
          </a:solidFill>
          <a:latin typeface="+mn-ea"/>
          <a:ea typeface="+mn-ea"/>
          <a:cs typeface="+mn-cs"/>
        </a:defRPr>
      </a:lvl4pPr>
      <a:lvl5pPr marL="1543050" indent="-171450" algn="l" defTabSz="6858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ea"/>
          <a:ea typeface="+mn-ea"/>
          <a:cs typeface="+mn-cs"/>
        </a:defRPr>
      </a:lvl5pPr>
      <a:lvl6pPr marL="18859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github.com/freshmea/aiot_2024_robot/tree/e4391d976629807b84cca1cc260c8b6e25f96e9b/turtlebot3_simulation_file" TargetMode="Externa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lassic.gazebosim.org/tutorials?tut=install_ubuntu&amp;cat=install" TargetMode="External"/><Relationship Id="rId2" Type="http://schemas.openxmlformats.org/officeDocument/2006/relationships/hyperlink" Target="https://gazebosim.org/about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classic.gazebosim.org/tutorials?cat=guided_b&amp;tut=guided_b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가제보</a:t>
            </a:r>
            <a:r>
              <a:rPr lang="ko-KR" altLang="en-US" dirty="0"/>
              <a:t> 소개 </a:t>
            </a:r>
            <a:r>
              <a:rPr lang="en-US" altLang="ko-KR" dirty="0"/>
              <a:t>&amp; </a:t>
            </a:r>
            <a:r>
              <a:rPr lang="ko-KR" altLang="en-US" dirty="0"/>
              <a:t>조립</a:t>
            </a: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터트봇</a:t>
            </a:r>
            <a:r>
              <a:rPr lang="en-US" altLang="ko-KR" dirty="0"/>
              <a:t>3 </a:t>
            </a:r>
            <a:r>
              <a:rPr lang="ko-KR" altLang="en-US" dirty="0"/>
              <a:t>제어 실습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4E6B1EB-8989-839C-3732-0D45496E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가제보란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501BA3B-D81E-B0F2-4ECA-8E4FECAD2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Gazebo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는 복잡한 실내 및 실외 환경에서 로봇 인구를 정확하고 효율적으로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시뮬레이션할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 수 있는 기능을 갖춘 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3D 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동적 시뮬레이터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endParaRPr lang="en-US" altLang="ko-KR" dirty="0">
              <a:solidFill>
                <a:srgbClr val="333333"/>
              </a:solidFill>
              <a:highlight>
                <a:srgbClr val="FFFFFF"/>
              </a:highlight>
              <a:latin typeface="Roboto"/>
            </a:endParaRPr>
          </a:p>
          <a:p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pPr algn="l"/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Gazebo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의 일반적인 용도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로봇공학 알고리즘 테스트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,</a:t>
            </a:r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로봇을 디자인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현실적인 시나리오로 회귀 테스트 수행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pPr lvl="1"/>
            <a:endParaRPr lang="en-US" altLang="ko-KR" dirty="0">
              <a:solidFill>
                <a:srgbClr val="333333"/>
              </a:solidFill>
              <a:highlight>
                <a:srgbClr val="FFFFFF"/>
              </a:highlight>
              <a:latin typeface="Roboto"/>
            </a:endParaRPr>
          </a:p>
          <a:p>
            <a:pPr lvl="1"/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pPr algn="l"/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Gazebo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의 몇 가지 주요 기능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다중 물리 엔진</a:t>
            </a:r>
            <a:endParaRPr lang="en-US" altLang="ko-KR" dirty="0">
              <a:solidFill>
                <a:srgbClr val="333333"/>
              </a:solidFill>
              <a:highlight>
                <a:srgbClr val="FFFFFF"/>
              </a:highlight>
              <a:latin typeface="Roboto"/>
            </a:endParaRPr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풍부한 로봇 모델 및 환경 라이브러리</a:t>
            </a:r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다양한 센서</a:t>
            </a:r>
            <a:endParaRPr lang="en-US" altLang="ko-KR" dirty="0">
              <a:solidFill>
                <a:srgbClr val="333333"/>
              </a:solidFill>
              <a:highlight>
                <a:srgbClr val="FFFFFF"/>
              </a:highlight>
              <a:latin typeface="Roboto"/>
            </a:endParaRPr>
          </a:p>
          <a:p>
            <a:pPr lvl="1"/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Roboto"/>
              </a:rPr>
              <a:t>편리한 프로그래밍 및 그래픽 인터페이스</a:t>
            </a:r>
          </a:p>
          <a:p>
            <a:pPr lvl="1"/>
            <a:endParaRPr lang="ko-KR" alt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Roboto"/>
            </a:endParaRPr>
          </a:p>
          <a:p>
            <a:endParaRPr lang="ko-KR" altLang="en-US" dirty="0"/>
          </a:p>
        </p:txBody>
      </p:sp>
      <p:pic>
        <p:nvPicPr>
          <p:cNvPr id="8194" name="Picture 2" descr="전망대">
            <a:extLst>
              <a:ext uri="{FF2B5EF4-FFF2-40B4-BE49-F238E27FC236}">
                <a16:creationId xmlns:a16="http://schemas.microsoft.com/office/drawing/2014/main" id="{33D02F80-8E0B-4A28-07EB-AA352D901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200150"/>
            <a:ext cx="2762250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795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E4D128B-6067-4DDE-2EB5-0EDA0E26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가제보</a:t>
            </a:r>
            <a:r>
              <a:rPr lang="ko-KR" altLang="en-US" dirty="0"/>
              <a:t> 역사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B337FBF-FDC3-8D57-5EB9-F705EEC82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가제보</a:t>
            </a:r>
            <a:r>
              <a:rPr lang="ko-KR" altLang="en-US" dirty="0"/>
              <a:t> 프로젝트는 </a:t>
            </a:r>
            <a:r>
              <a:rPr lang="en-US" altLang="ko-KR" dirty="0"/>
              <a:t>2002 </a:t>
            </a:r>
            <a:r>
              <a:rPr lang="ko-KR" altLang="en-US" dirty="0"/>
              <a:t>년 시작되어 현재 두가지 버전이 운용 중이다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6C1F7D8-5DAE-B01C-387A-43425A993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47750"/>
            <a:ext cx="7086600" cy="269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74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1F7594F-3016-DE8B-EABE-427BD9FC4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ignition </a:t>
            </a:r>
            <a:r>
              <a:rPr lang="ko-KR" altLang="en-US" dirty="0"/>
              <a:t>계보 </a:t>
            </a:r>
            <a:r>
              <a:rPr lang="en-US" altLang="ko-KR" dirty="0"/>
              <a:t>- </a:t>
            </a:r>
            <a:r>
              <a:rPr lang="ko-KR" altLang="en-US" dirty="0" err="1"/>
              <a:t>가제보</a:t>
            </a:r>
            <a:r>
              <a:rPr lang="ko-KR" altLang="en-US" dirty="0"/>
              <a:t> 버전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FB44AE0-A703-B760-A020-F8E2F05C1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772715"/>
            <a:ext cx="1447960" cy="1918547"/>
          </a:xfrm>
          <a:prstGeom prst="rect">
            <a:avLst/>
          </a:prstGeom>
        </p:spPr>
      </p:pic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E0F1620D-9476-891E-CF91-150C5B850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6502"/>
            <a:ext cx="7010400" cy="4125545"/>
          </a:xfrm>
        </p:spPr>
        <p:txBody>
          <a:bodyPr/>
          <a:lstStyle/>
          <a:p>
            <a:r>
              <a:rPr lang="en-US" altLang="ko-KR" dirty="0"/>
              <a:t>a b c  </a:t>
            </a:r>
            <a:r>
              <a:rPr lang="ko-KR" altLang="en-US" dirty="0"/>
              <a:t>순서대로 버전이 나와 있으면 현제 </a:t>
            </a:r>
            <a:r>
              <a:rPr lang="en-US" altLang="ko-KR" dirty="0"/>
              <a:t>Garden </a:t>
            </a:r>
            <a:r>
              <a:rPr lang="ko-KR" altLang="en-US" dirty="0"/>
              <a:t>이나 </a:t>
            </a:r>
            <a:r>
              <a:rPr lang="en-US" altLang="ko-KR" dirty="0"/>
              <a:t>Harmonic </a:t>
            </a:r>
            <a:r>
              <a:rPr lang="ko-KR" altLang="en-US" dirty="0"/>
              <a:t>을 선택해서 운용하면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하모닉</a:t>
            </a:r>
            <a:r>
              <a:rPr lang="ko-KR" altLang="en-US" dirty="0"/>
              <a:t> 버전의 설치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</a:rPr>
              <a:t>First install some necessary tools: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update 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install </a:t>
            </a:r>
            <a:r>
              <a:rPr lang="en-US" altLang="ko-KR" dirty="0" err="1"/>
              <a:t>lsb</a:t>
            </a:r>
            <a:r>
              <a:rPr lang="en-US" altLang="ko-KR" dirty="0"/>
              <a:t>-release </a:t>
            </a:r>
            <a:r>
              <a:rPr lang="en-US" altLang="ko-KR" dirty="0" err="1"/>
              <a:t>wget</a:t>
            </a:r>
            <a:r>
              <a:rPr lang="en-US" altLang="ko-KR" dirty="0"/>
              <a:t> </a:t>
            </a:r>
            <a:r>
              <a:rPr lang="en-US" altLang="ko-KR" dirty="0" err="1"/>
              <a:t>gnupg</a:t>
            </a:r>
            <a:endParaRPr lang="en-US" altLang="ko-KR" dirty="0"/>
          </a:p>
          <a:p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Roboto"/>
              </a:rPr>
              <a:t>Then install Gazebo Harmonic: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wget</a:t>
            </a:r>
            <a:r>
              <a:rPr lang="en-US" altLang="ko-KR" dirty="0"/>
              <a:t> https://packages.osrfoundation.org/gazebo.gpg -O /</a:t>
            </a:r>
            <a:r>
              <a:rPr lang="en-US" altLang="ko-KR" dirty="0" err="1"/>
              <a:t>usr</a:t>
            </a:r>
            <a:r>
              <a:rPr lang="en-US" altLang="ko-KR" dirty="0"/>
              <a:t>/share/keyrings/pkgs-</a:t>
            </a:r>
            <a:r>
              <a:rPr lang="en-US" altLang="ko-KR" dirty="0" err="1"/>
              <a:t>osrf</a:t>
            </a:r>
            <a:r>
              <a:rPr lang="en-US" altLang="ko-KR" dirty="0"/>
              <a:t>-archive-</a:t>
            </a:r>
            <a:r>
              <a:rPr lang="en-US" altLang="ko-KR" dirty="0" err="1"/>
              <a:t>keyring.gpg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echo "deb [arch=$(</a:t>
            </a:r>
            <a:r>
              <a:rPr lang="en-US" altLang="ko-KR" dirty="0" err="1"/>
              <a:t>dpkg</a:t>
            </a:r>
            <a:r>
              <a:rPr lang="en-US" altLang="ko-KR" dirty="0"/>
              <a:t> --print-architecture) signed-by=/</a:t>
            </a:r>
            <a:r>
              <a:rPr lang="en-US" altLang="ko-KR" dirty="0" err="1"/>
              <a:t>usr</a:t>
            </a:r>
            <a:r>
              <a:rPr lang="en-US" altLang="ko-KR" dirty="0"/>
              <a:t>/share/keyrings/pkgs-</a:t>
            </a:r>
            <a:r>
              <a:rPr lang="en-US" altLang="ko-KR" dirty="0" err="1"/>
              <a:t>osrf</a:t>
            </a:r>
            <a:r>
              <a:rPr lang="en-US" altLang="ko-KR" dirty="0"/>
              <a:t>-archive-</a:t>
            </a:r>
            <a:r>
              <a:rPr lang="en-US" altLang="ko-KR" dirty="0" err="1"/>
              <a:t>keyring.gpg</a:t>
            </a:r>
            <a:r>
              <a:rPr lang="en-US" altLang="ko-KR" dirty="0"/>
              <a:t>] http://packages.osrfoundation.org/gazebo/ubuntu-stable $(</a:t>
            </a:r>
            <a:r>
              <a:rPr lang="en-US" altLang="ko-KR" dirty="0" err="1"/>
              <a:t>lsb_release</a:t>
            </a:r>
            <a:r>
              <a:rPr lang="en-US" altLang="ko-KR" dirty="0"/>
              <a:t> -cs) main" | </a:t>
            </a:r>
            <a:r>
              <a:rPr lang="en-US" altLang="ko-KR" dirty="0" err="1"/>
              <a:t>sudo</a:t>
            </a:r>
            <a:r>
              <a:rPr lang="en-US" altLang="ko-KR" dirty="0"/>
              <a:t> tee /</a:t>
            </a:r>
            <a:r>
              <a:rPr lang="en-US" altLang="ko-KR" dirty="0" err="1"/>
              <a:t>etc</a:t>
            </a:r>
            <a:r>
              <a:rPr lang="en-US" altLang="ko-KR" dirty="0"/>
              <a:t>/apt/</a:t>
            </a:r>
            <a:r>
              <a:rPr lang="en-US" altLang="ko-KR" dirty="0" err="1"/>
              <a:t>sources.list.d</a:t>
            </a:r>
            <a:r>
              <a:rPr lang="en-US" altLang="ko-KR" dirty="0"/>
              <a:t>/gazebo-</a:t>
            </a:r>
            <a:r>
              <a:rPr lang="en-US" altLang="ko-KR" dirty="0" err="1"/>
              <a:t>stable.list</a:t>
            </a:r>
            <a:r>
              <a:rPr lang="en-US" altLang="ko-KR" dirty="0"/>
              <a:t> &gt; /dev/null 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update 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apt-get install </a:t>
            </a:r>
            <a:r>
              <a:rPr lang="en-US" altLang="ko-KR" dirty="0" err="1"/>
              <a:t>gz</a:t>
            </a:r>
            <a:r>
              <a:rPr lang="en-US" altLang="ko-KR" dirty="0"/>
              <a:t>-harmonic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14" name="내용 개체 틀 8">
            <a:extLst>
              <a:ext uri="{FF2B5EF4-FFF2-40B4-BE49-F238E27FC236}">
                <a16:creationId xmlns:a16="http://schemas.microsoft.com/office/drawing/2014/main" id="{C6F2A9FE-39BE-7A65-771C-17E1D5569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1123950"/>
            <a:ext cx="1673317" cy="67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9BEE8-CF99-FBE4-8422-F790B0B33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가제보</a:t>
            </a:r>
            <a:r>
              <a:rPr lang="ko-KR" altLang="en-US" dirty="0"/>
              <a:t> 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3B5D48-B03C-7850-2801-EC45F09A3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gz</a:t>
            </a:r>
            <a:r>
              <a:rPr lang="en-US" altLang="ko-KR" dirty="0"/>
              <a:t> sim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F52B422-8ECF-EB36-5A15-42883EBEB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819150"/>
            <a:ext cx="4038600" cy="245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7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56C05-19DB-59F0-F99E-DDD22D9D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gazebo classic </a:t>
            </a:r>
            <a:r>
              <a:rPr lang="ko-KR" altLang="en-US" dirty="0"/>
              <a:t>계보 </a:t>
            </a:r>
            <a:r>
              <a:rPr lang="en-US" altLang="ko-KR" dirty="0"/>
              <a:t>- gazebo 11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33EB96-DEA4-6E45-9D4B-5904A631F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설치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 err="1">
                <a:solidFill>
                  <a:srgbClr val="B58900"/>
                </a:solidFill>
                <a:effectLst/>
              </a:rPr>
              <a:t>sudo</a:t>
            </a:r>
            <a:r>
              <a:rPr lang="en-US" altLang="ko-KR" dirty="0">
                <a:solidFill>
                  <a:srgbClr val="B58900"/>
                </a:solidFill>
                <a:effectLst/>
              </a:rPr>
              <a:t> </a:t>
            </a:r>
            <a:r>
              <a:rPr lang="en-US" altLang="ko-KR" dirty="0"/>
              <a:t>apt </a:t>
            </a:r>
            <a:r>
              <a:rPr lang="en-US" altLang="ko-KR" dirty="0">
                <a:solidFill>
                  <a:srgbClr val="B58900"/>
                </a:solidFill>
                <a:effectLst/>
              </a:rPr>
              <a:t>install </a:t>
            </a:r>
            <a:r>
              <a:rPr lang="en-US" altLang="ko-KR" dirty="0" err="1"/>
              <a:t>ros</a:t>
            </a:r>
            <a:r>
              <a:rPr lang="en-US" altLang="ko-KR" dirty="0"/>
              <a:t>-humble-gazebo-</a:t>
            </a:r>
            <a:r>
              <a:rPr lang="en-US" altLang="ko-KR" dirty="0">
                <a:solidFill>
                  <a:srgbClr val="859900"/>
                </a:solidFill>
                <a:effectLst/>
              </a:rPr>
              <a:t>*</a:t>
            </a:r>
            <a:endParaRPr lang="ko-KR" altLang="en-US" dirty="0"/>
          </a:p>
          <a:p>
            <a:pPr lvl="1"/>
            <a:endParaRPr lang="en-US" altLang="ko-KR" dirty="0"/>
          </a:p>
          <a:p>
            <a:r>
              <a:rPr lang="ko-KR" altLang="en-US" dirty="0"/>
              <a:t>실행 </a:t>
            </a:r>
            <a:endParaRPr lang="en-US" altLang="ko-KR" dirty="0"/>
          </a:p>
          <a:p>
            <a:pPr lvl="1"/>
            <a:r>
              <a:rPr lang="en-US" altLang="ko-KR" dirty="0"/>
              <a:t>export SVGA_VGPU10=0</a:t>
            </a:r>
          </a:p>
          <a:p>
            <a:pPr lvl="2"/>
            <a:r>
              <a:rPr lang="ko-KR" altLang="en-US" dirty="0"/>
              <a:t>가상환경 에서만</a:t>
            </a:r>
            <a:endParaRPr lang="en-US" altLang="ko-KR" dirty="0"/>
          </a:p>
          <a:p>
            <a:pPr lvl="1"/>
            <a:r>
              <a:rPr lang="en-US" altLang="ko-KR" b="0" i="0" dirty="0">
                <a:effectLst/>
                <a:latin typeface="ui-monospace"/>
              </a:rPr>
              <a:t>~/.</a:t>
            </a:r>
            <a:r>
              <a:rPr lang="en-US" altLang="ko-KR" b="0" i="0" dirty="0" err="1">
                <a:effectLst/>
                <a:latin typeface="ui-monospace"/>
              </a:rPr>
              <a:t>bashrc</a:t>
            </a:r>
            <a:r>
              <a:rPr lang="en-US" altLang="ko-KR" b="0" i="0" dirty="0">
                <a:effectLst/>
                <a:latin typeface="ui-monospace"/>
              </a:rPr>
              <a:t> </a:t>
            </a:r>
            <a:r>
              <a:rPr lang="ko-KR" altLang="en-US" b="0" i="0" dirty="0">
                <a:effectLst/>
                <a:latin typeface="ui-monospace"/>
              </a:rPr>
              <a:t>에 추가</a:t>
            </a:r>
            <a:endParaRPr lang="en-US" altLang="ko-KR" b="0" i="0" dirty="0">
              <a:effectLst/>
              <a:latin typeface="ui-monospace"/>
            </a:endParaRPr>
          </a:p>
          <a:p>
            <a:pPr lvl="2"/>
            <a:r>
              <a:rPr lang="en-US" altLang="ko-KR" b="0" i="0" dirty="0">
                <a:effectLst/>
                <a:latin typeface="ui-monospace"/>
              </a:rPr>
              <a:t>source /</a:t>
            </a:r>
            <a:r>
              <a:rPr lang="en-US" altLang="ko-KR" b="0" i="0" dirty="0" err="1">
                <a:effectLst/>
                <a:latin typeface="ui-monospace"/>
              </a:rPr>
              <a:t>usr</a:t>
            </a:r>
            <a:r>
              <a:rPr lang="en-US" altLang="ko-KR" b="0" i="0" dirty="0">
                <a:effectLst/>
                <a:latin typeface="ui-monospace"/>
              </a:rPr>
              <a:t>/share/gazebo/</a:t>
            </a:r>
            <a:r>
              <a:rPr lang="en-US" altLang="ko-KR" b="0" i="0" dirty="0" err="1">
                <a:effectLst/>
                <a:latin typeface="ui-monospace"/>
              </a:rPr>
              <a:t>setup.bash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05A2742-2F05-CDC4-51C4-725F7D14C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675" y="1425774"/>
            <a:ext cx="47061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51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44583-F90B-E290-27FB-F9958FCE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가제보</a:t>
            </a:r>
            <a:r>
              <a:rPr lang="ko-KR" altLang="en-US" dirty="0"/>
              <a:t> 기본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9FDFC5-A718-A3C3-748F-E8BD5E42E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world </a:t>
            </a:r>
            <a:r>
              <a:rPr lang="ko-KR" altLang="en-US" dirty="0"/>
              <a:t>를 불러와서 동작</a:t>
            </a:r>
            <a:endParaRPr lang="en-US" altLang="ko-KR" dirty="0"/>
          </a:p>
          <a:p>
            <a:pPr lvl="1"/>
            <a:r>
              <a:rPr lang="ko-KR" altLang="en-US" dirty="0"/>
              <a:t>기본적인 </a:t>
            </a:r>
            <a:r>
              <a:rPr lang="en-US" altLang="ko-KR" dirty="0"/>
              <a:t>world </a:t>
            </a:r>
            <a:r>
              <a:rPr lang="ko-KR" altLang="en-US" dirty="0"/>
              <a:t>들은 </a:t>
            </a:r>
            <a:r>
              <a:rPr lang="en-US" altLang="ko-KR" dirty="0">
                <a:solidFill>
                  <a:srgbClr val="666600"/>
                </a:solidFill>
                <a:effectLst/>
              </a:rPr>
              <a:t>/</a:t>
            </a:r>
            <a:r>
              <a:rPr lang="en-US" altLang="ko-KR" dirty="0" err="1">
                <a:solidFill>
                  <a:srgbClr val="000000"/>
                </a:solidFill>
                <a:effectLst/>
              </a:rPr>
              <a:t>usr</a:t>
            </a:r>
            <a:r>
              <a:rPr lang="en-US" altLang="ko-KR" dirty="0">
                <a:solidFill>
                  <a:srgbClr val="666600"/>
                </a:solidFill>
                <a:effectLst/>
              </a:rPr>
              <a:t>/</a:t>
            </a:r>
            <a:r>
              <a:rPr lang="en-US" altLang="ko-KR" dirty="0">
                <a:solidFill>
                  <a:srgbClr val="000000"/>
                </a:solidFill>
                <a:effectLst/>
              </a:rPr>
              <a:t>share</a:t>
            </a:r>
            <a:r>
              <a:rPr lang="en-US" altLang="ko-KR" dirty="0">
                <a:solidFill>
                  <a:srgbClr val="666600"/>
                </a:solidFill>
                <a:effectLst/>
              </a:rPr>
              <a:t>/</a:t>
            </a:r>
            <a:r>
              <a:rPr lang="en-US" altLang="ko-KR" dirty="0">
                <a:solidFill>
                  <a:srgbClr val="000000"/>
                </a:solidFill>
                <a:effectLst/>
              </a:rPr>
              <a:t>gazebo</a:t>
            </a:r>
            <a:r>
              <a:rPr lang="en-US" altLang="ko-KR" dirty="0">
                <a:solidFill>
                  <a:srgbClr val="666600"/>
                </a:solidFill>
                <a:effectLst/>
              </a:rPr>
              <a:t>-</a:t>
            </a:r>
            <a:r>
              <a:rPr lang="en-US" altLang="ko-KR" dirty="0">
                <a:solidFill>
                  <a:srgbClr val="006666"/>
                </a:solidFill>
              </a:rPr>
              <a:t>11</a:t>
            </a:r>
            <a:r>
              <a:rPr lang="en-US" altLang="ko-KR" dirty="0">
                <a:solidFill>
                  <a:srgbClr val="666600"/>
                </a:solidFill>
                <a:effectLst/>
              </a:rPr>
              <a:t>/</a:t>
            </a:r>
            <a:r>
              <a:rPr lang="en-US" altLang="ko-KR" dirty="0">
                <a:solidFill>
                  <a:srgbClr val="000000"/>
                </a:solidFill>
                <a:effectLst/>
              </a:rPr>
              <a:t>worlds </a:t>
            </a:r>
            <a:r>
              <a:rPr lang="ko-KR" altLang="en-US" dirty="0">
                <a:solidFill>
                  <a:srgbClr val="000000"/>
                </a:solidFill>
              </a:rPr>
              <a:t>안에 있음</a:t>
            </a:r>
            <a:r>
              <a:rPr lang="en-US" altLang="ko-KR" dirty="0">
                <a:solidFill>
                  <a:srgbClr val="000000"/>
                </a:solidFill>
              </a:rPr>
              <a:t>.</a:t>
            </a:r>
          </a:p>
          <a:p>
            <a:pPr lvl="1"/>
            <a:r>
              <a:rPr lang="ko-KR" altLang="en-US" dirty="0">
                <a:solidFill>
                  <a:srgbClr val="000000"/>
                </a:solidFill>
              </a:rPr>
              <a:t>처음 실행을 하면 조금 시간이 걸릴 수 있음</a:t>
            </a:r>
            <a:endParaRPr lang="en-US" altLang="ko-KR" dirty="0">
              <a:solidFill>
                <a:srgbClr val="000000"/>
              </a:solidFill>
            </a:endParaRPr>
          </a:p>
          <a:p>
            <a:pPr lvl="1"/>
            <a:endParaRPr lang="en-US" altLang="ko-KR" dirty="0">
              <a:solidFill>
                <a:srgbClr val="000000"/>
              </a:solidFill>
            </a:endParaRPr>
          </a:p>
          <a:p>
            <a:r>
              <a:rPr lang="en-US" altLang="ko-KR" dirty="0"/>
              <a:t>world Files</a:t>
            </a:r>
          </a:p>
          <a:p>
            <a:pPr lvl="1"/>
            <a:r>
              <a:rPr lang="ko-KR" altLang="en-US" dirty="0"/>
              <a:t>월드 파일에는 시뮬레이션의 모든 요소가 포함</a:t>
            </a:r>
            <a:endParaRPr lang="en-US" altLang="ko-KR" dirty="0"/>
          </a:p>
          <a:p>
            <a:pPr lvl="1"/>
            <a:r>
              <a:rPr lang="en-US" altLang="ko-KR" dirty="0"/>
              <a:t>SDF(Simulation</a:t>
            </a:r>
            <a:r>
              <a:rPr lang="ko-KR" altLang="en-US" dirty="0"/>
              <a:t> </a:t>
            </a:r>
            <a:r>
              <a:rPr lang="en-US" altLang="ko-KR" dirty="0"/>
              <a:t>Description</a:t>
            </a:r>
            <a:r>
              <a:rPr lang="ko-KR" altLang="en-US" dirty="0"/>
              <a:t> </a:t>
            </a:r>
            <a:r>
              <a:rPr lang="en-US" altLang="ko-KR" dirty="0"/>
              <a:t>Format)</a:t>
            </a:r>
            <a:r>
              <a:rPr lang="ko-KR" altLang="en-US" dirty="0"/>
              <a:t> 으로 되어 있음 </a:t>
            </a:r>
            <a:endParaRPr lang="en-US" altLang="ko-KR" dirty="0"/>
          </a:p>
          <a:p>
            <a:pPr lvl="1"/>
            <a:r>
              <a:rPr lang="en-US" altLang="ko-KR" dirty="0"/>
              <a:t>ex) </a:t>
            </a:r>
          </a:p>
          <a:p>
            <a:r>
              <a:rPr lang="en-US" altLang="ko-KR" dirty="0"/>
              <a:t>gazebo</a:t>
            </a:r>
            <a:r>
              <a:rPr lang="ko-KR" altLang="en-US" dirty="0"/>
              <a:t> </a:t>
            </a:r>
            <a:r>
              <a:rPr lang="en-US" altLang="ko-KR" dirty="0"/>
              <a:t>server</a:t>
            </a:r>
          </a:p>
          <a:p>
            <a:pPr lvl="1"/>
            <a:r>
              <a:rPr lang="en-US" altLang="ko-KR" dirty="0"/>
              <a:t>world file </a:t>
            </a:r>
            <a:r>
              <a:rPr lang="ko-KR" altLang="en-US" dirty="0"/>
              <a:t>을 해석하여 물리 및 센서 </a:t>
            </a:r>
            <a:r>
              <a:rPr lang="ko-KR" altLang="en-US" dirty="0" err="1"/>
              <a:t>엔젠을</a:t>
            </a:r>
            <a:r>
              <a:rPr lang="ko-KR" altLang="en-US" dirty="0"/>
              <a:t> 사용</a:t>
            </a:r>
            <a:endParaRPr lang="en-US" altLang="ko-KR" dirty="0"/>
          </a:p>
          <a:p>
            <a:pPr lvl="1"/>
            <a:r>
              <a:rPr lang="en-US" altLang="ko-KR" dirty="0" err="1"/>
              <a:t>gzserver</a:t>
            </a:r>
            <a:r>
              <a:rPr lang="ko-KR" altLang="en-US" dirty="0"/>
              <a:t> </a:t>
            </a:r>
            <a:r>
              <a:rPr lang="en-US" altLang="ko-KR" dirty="0" err="1"/>
              <a:t>world_file</a:t>
            </a:r>
            <a:r>
              <a:rPr lang="en-US" altLang="ko-KR" dirty="0"/>
              <a:t> ( </a:t>
            </a:r>
            <a:r>
              <a:rPr lang="en-US" altLang="ko-KR" dirty="0" err="1"/>
              <a:t>gui</a:t>
            </a:r>
            <a:r>
              <a:rPr lang="en-US" altLang="ko-KR" dirty="0"/>
              <a:t> </a:t>
            </a:r>
            <a:r>
              <a:rPr lang="ko-KR" altLang="en-US" dirty="0"/>
              <a:t>없음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Graphical Client</a:t>
            </a:r>
          </a:p>
          <a:p>
            <a:pPr lvl="1"/>
            <a:r>
              <a:rPr lang="en-US" altLang="ko-KR" dirty="0" err="1"/>
              <a:t>gzserver</a:t>
            </a:r>
            <a:r>
              <a:rPr lang="en-US" altLang="ko-KR" dirty="0"/>
              <a:t> </a:t>
            </a:r>
            <a:r>
              <a:rPr lang="ko-KR" altLang="en-US" dirty="0"/>
              <a:t>가 실행 중에 </a:t>
            </a:r>
            <a:r>
              <a:rPr lang="en-US" altLang="ko-KR" dirty="0" err="1"/>
              <a:t>gzclient</a:t>
            </a:r>
            <a:r>
              <a:rPr lang="en-US" altLang="ko-KR" dirty="0"/>
              <a:t> </a:t>
            </a:r>
            <a:r>
              <a:rPr lang="ko-KR" altLang="en-US" dirty="0"/>
              <a:t>실행 </a:t>
            </a:r>
            <a:r>
              <a:rPr lang="en-US" altLang="ko-KR" dirty="0"/>
              <a:t>(</a:t>
            </a:r>
            <a:r>
              <a:rPr lang="en-US" altLang="ko-KR" dirty="0" err="1"/>
              <a:t>gui</a:t>
            </a:r>
            <a:r>
              <a:rPr lang="en-US" altLang="ko-KR" dirty="0"/>
              <a:t> </a:t>
            </a:r>
            <a:r>
              <a:rPr lang="ko-KR" altLang="en-US" dirty="0"/>
              <a:t>생김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gzserver</a:t>
            </a:r>
            <a:r>
              <a:rPr lang="ko-KR" altLang="en-US" dirty="0"/>
              <a:t>와 연결하여 시각적인 툴을 제공</a:t>
            </a:r>
            <a:endParaRPr lang="en-US" altLang="ko-KR" dirty="0"/>
          </a:p>
          <a:p>
            <a:r>
              <a:rPr lang="en-US" altLang="ko-KR" dirty="0"/>
              <a:t>Plug-in </a:t>
            </a:r>
          </a:p>
          <a:p>
            <a:pPr lvl="1"/>
            <a:r>
              <a:rPr lang="en-US" altLang="ko-KR" dirty="0" err="1"/>
              <a:t>gzserver</a:t>
            </a:r>
            <a:r>
              <a:rPr lang="en-US" altLang="ko-KR" dirty="0"/>
              <a:t> -s &lt;</a:t>
            </a:r>
            <a:r>
              <a:rPr lang="en-US" altLang="ko-KR" dirty="0" err="1"/>
              <a:t>plugin_filename</a:t>
            </a:r>
            <a:r>
              <a:rPr lang="en-US" altLang="ko-KR" dirty="0"/>
              <a:t>&gt; </a:t>
            </a:r>
            <a:r>
              <a:rPr lang="ko-KR" altLang="en-US" dirty="0"/>
              <a:t>으로 동작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B6199A-AB15-A00D-E341-6732FAE4A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883" y="1327915"/>
            <a:ext cx="4436117" cy="248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46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5925A-FD36-4CD3-F7E2-52B0B3A9D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가제보</a:t>
            </a:r>
            <a:r>
              <a:rPr lang="ko-KR" altLang="en-US" dirty="0"/>
              <a:t> 기본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6F796F-AB2A-8838-6B27-50E8D3097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스크린 샷 </a:t>
            </a:r>
            <a:r>
              <a:rPr lang="en-US" altLang="ko-KR" dirty="0"/>
              <a:t>&gt; HOME/aa/.gazebo/pictures/ </a:t>
            </a:r>
            <a:r>
              <a:rPr lang="ko-KR" altLang="en-US" dirty="0"/>
              <a:t>저장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GUI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1"/>
            <a:r>
              <a:rPr lang="en-US" altLang="ko-KR" dirty="0"/>
              <a:t>Scene: </a:t>
            </a:r>
            <a:r>
              <a:rPr lang="ko-KR" altLang="en-US" dirty="0"/>
              <a:t>애니메이션화 된 환경</a:t>
            </a:r>
            <a:r>
              <a:rPr lang="en-US" altLang="ko-KR" dirty="0"/>
              <a:t>,</a:t>
            </a:r>
            <a:r>
              <a:rPr lang="ko-KR" altLang="en-US" dirty="0"/>
              <a:t> 상호작용이 일어나는 곳</a:t>
            </a:r>
            <a:endParaRPr lang="en-US" altLang="ko-KR" dirty="0"/>
          </a:p>
          <a:p>
            <a:pPr lvl="1"/>
            <a:r>
              <a:rPr lang="en-US" altLang="ko-KR" dirty="0"/>
              <a:t>Left Panel</a:t>
            </a:r>
          </a:p>
          <a:p>
            <a:pPr lvl="2"/>
            <a:r>
              <a:rPr lang="en-US" altLang="ko-KR" dirty="0"/>
              <a:t>World: </a:t>
            </a:r>
            <a:r>
              <a:rPr lang="ko-KR" altLang="en-US" dirty="0"/>
              <a:t>모델표시</a:t>
            </a:r>
            <a:r>
              <a:rPr lang="en-US" altLang="ko-KR" dirty="0"/>
              <a:t>, </a:t>
            </a:r>
            <a:r>
              <a:rPr lang="ko-KR" altLang="en-US" dirty="0"/>
              <a:t>포즈와 같은 매개변수 수정</a:t>
            </a:r>
            <a:endParaRPr lang="en-US" altLang="ko-KR" dirty="0"/>
          </a:p>
          <a:p>
            <a:pPr lvl="2"/>
            <a:r>
              <a:rPr lang="en-US" altLang="ko-KR" dirty="0"/>
              <a:t>Insert: </a:t>
            </a:r>
            <a:r>
              <a:rPr lang="ko-KR" altLang="en-US" dirty="0"/>
              <a:t>새 객체를 추가하는 곳</a:t>
            </a:r>
            <a:endParaRPr lang="en-US" altLang="ko-KR" dirty="0"/>
          </a:p>
          <a:p>
            <a:pPr lvl="2"/>
            <a:r>
              <a:rPr lang="en-US" altLang="ko-KR" dirty="0"/>
              <a:t>Layers: </a:t>
            </a:r>
            <a:r>
              <a:rPr lang="ko-KR" altLang="en-US" dirty="0"/>
              <a:t>다양한 시각화 그룹을 구성하고 표시 가시성 레이어 설정 후 작동</a:t>
            </a:r>
            <a:endParaRPr lang="en-US" altLang="ko-KR" dirty="0"/>
          </a:p>
          <a:p>
            <a:pPr lvl="1"/>
            <a:r>
              <a:rPr lang="en-US" altLang="ko-KR" dirty="0"/>
              <a:t>Right Panel</a:t>
            </a:r>
          </a:p>
          <a:p>
            <a:pPr lvl="1"/>
            <a:r>
              <a:rPr lang="ko-KR" altLang="en-US" dirty="0"/>
              <a:t>도구모음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select :</a:t>
            </a:r>
            <a:r>
              <a:rPr lang="ko-KR" altLang="en-US" dirty="0"/>
              <a:t>장면 탐색 </a:t>
            </a:r>
            <a:r>
              <a:rPr lang="en-US" altLang="ko-KR" dirty="0"/>
              <a:t>Translate: </a:t>
            </a:r>
            <a:r>
              <a:rPr lang="ko-KR" altLang="en-US" dirty="0"/>
              <a:t>이동 </a:t>
            </a:r>
            <a:r>
              <a:rPr lang="en-US" altLang="ko-KR" dirty="0"/>
              <a:t>Rotate: </a:t>
            </a:r>
            <a:r>
              <a:rPr lang="ko-KR" altLang="en-US" dirty="0"/>
              <a:t>회전 </a:t>
            </a:r>
            <a:r>
              <a:rPr lang="en-US" altLang="ko-KR" dirty="0"/>
              <a:t>Scale: </a:t>
            </a:r>
            <a:r>
              <a:rPr lang="ko-KR" altLang="en-US" dirty="0"/>
              <a:t>확장 </a:t>
            </a:r>
            <a:r>
              <a:rPr lang="en-US" altLang="ko-KR" dirty="0"/>
              <a:t>Light: </a:t>
            </a:r>
            <a:r>
              <a:rPr lang="ko-KR" altLang="en-US" dirty="0"/>
              <a:t>조명 </a:t>
            </a:r>
            <a:r>
              <a:rPr lang="en-US" altLang="ko-KR" dirty="0"/>
              <a:t>Align: </a:t>
            </a:r>
            <a:r>
              <a:rPr lang="ko-KR" altLang="en-US" dirty="0"/>
              <a:t>정렬 </a:t>
            </a:r>
            <a:r>
              <a:rPr lang="en-US" altLang="ko-KR" dirty="0"/>
              <a:t>Snap: </a:t>
            </a:r>
            <a:r>
              <a:rPr lang="ko-KR" altLang="en-US" dirty="0"/>
              <a:t>붙여서 정렬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93DBEF-6867-B822-4EB9-53C02EC70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90550"/>
            <a:ext cx="2057400" cy="517787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12F530B2-C3A3-78DB-18E4-F2FACD2F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05150"/>
            <a:ext cx="6934200" cy="114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172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ECCE1-1253-BACB-FE65-D9144529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가제보</a:t>
            </a:r>
            <a:r>
              <a:rPr lang="ko-KR" altLang="en-US" dirty="0"/>
              <a:t> 기본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EE9793-B1C6-6DCF-6262-764865E93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하단 도구 모음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시뮬레이션 시간 및 실제시간 등의 데이터가 표시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마우스 컨트롤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CEB8A30-62BB-345D-14CA-BAF0FB204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47750"/>
            <a:ext cx="6781800" cy="91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3F0EB164-65C1-9355-B54E-3966363DB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647950"/>
            <a:ext cx="5105400" cy="206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090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534DC1-19ED-C2A6-D97F-887D17F2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편집기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F515B-9C30-64CF-B350-419FABE07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EDIT </a:t>
            </a:r>
            <a:r>
              <a:rPr lang="ko-KR" altLang="en-US" dirty="0"/>
              <a:t>메뉴의 </a:t>
            </a:r>
            <a:r>
              <a:rPr lang="en-US" altLang="ko-KR" dirty="0"/>
              <a:t>Model Editor </a:t>
            </a:r>
            <a:r>
              <a:rPr lang="ko-KR" altLang="en-US" dirty="0"/>
              <a:t>선택</a:t>
            </a:r>
            <a:endParaRPr lang="en-US" altLang="ko-KR" dirty="0"/>
          </a:p>
          <a:p>
            <a:pPr lvl="1"/>
            <a:r>
              <a:rPr lang="ko-KR" altLang="en-US" dirty="0"/>
              <a:t>간단히 작성할 수 있음</a:t>
            </a:r>
            <a:endParaRPr lang="en-US" altLang="ko-KR" dirty="0"/>
          </a:p>
          <a:p>
            <a:pPr lvl="1"/>
            <a:r>
              <a:rPr lang="ko-KR" altLang="en-US" dirty="0"/>
              <a:t>복잡한 모델은 </a:t>
            </a:r>
            <a:r>
              <a:rPr lang="en-US" altLang="ko-KR" dirty="0"/>
              <a:t>SDF </a:t>
            </a:r>
            <a:r>
              <a:rPr lang="ko-KR" altLang="en-US" dirty="0"/>
              <a:t>와</a:t>
            </a:r>
            <a:br>
              <a:rPr lang="en-US" altLang="ko-KR" dirty="0"/>
            </a:br>
            <a:r>
              <a:rPr lang="en-US" altLang="ko-KR" dirty="0"/>
              <a:t>URDF</a:t>
            </a:r>
            <a:r>
              <a:rPr lang="ko-KR" altLang="en-US" dirty="0"/>
              <a:t>로 작성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63A9A48-693B-ED76-DC16-98EB7E1A2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086199"/>
            <a:ext cx="5867400" cy="16730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8C202C-8A2E-53AB-0758-58C76461D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786409"/>
            <a:ext cx="5029200" cy="229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27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FCC2A-A30D-938C-FFD1-4BC5293F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use_sim_time</a:t>
            </a:r>
            <a:r>
              <a:rPr lang="ko-KR" altLang="en-US" dirty="0"/>
              <a:t> 파라미터 의 이해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4083B7-A4B1-5BD7-60C3-B7A932D96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time publish </a:t>
            </a:r>
            <a:r>
              <a:rPr lang="ko-KR" altLang="en-US" dirty="0"/>
              <a:t>노드를 만든다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4B7FF9-3C32-6F18-5CF4-A9D192478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60464"/>
            <a:ext cx="6091460" cy="403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5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5DAF-DBEB-6F67-2C32-56A4DB144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7DCB0E-054B-AE9B-258E-17ECE8CB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use_sim_time</a:t>
            </a:r>
            <a:r>
              <a:rPr lang="ko-KR" altLang="en-US" dirty="0"/>
              <a:t> 파라미터 의 이해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087199EE-D0E8-EBD2-806C-86DAFFC555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45369"/>
            <a:ext cx="8229600" cy="3428999"/>
          </a:xfrm>
        </p:spPr>
      </p:pic>
    </p:spTree>
    <p:extLst>
      <p:ext uri="{BB962C8B-B14F-4D97-AF65-F5344CB8AC3E}">
        <p14:creationId xmlns:p14="http://schemas.microsoft.com/office/powerpoint/2010/main" val="1742650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17B7-7A6B-E651-DC6A-CD7659530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D7C2B-6F16-C4C1-11DA-153F9B489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use_sim_time</a:t>
            </a:r>
            <a:r>
              <a:rPr lang="ko-KR" altLang="en-US" dirty="0"/>
              <a:t> 파라미터 의 이해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60572A-40A6-D005-07B8-E17BA148B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가제보를 실행한다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ros2 launch </a:t>
            </a:r>
            <a:r>
              <a:rPr lang="en-US" altLang="ko-KR" dirty="0" err="1"/>
              <a:t>gazebo_ros</a:t>
            </a:r>
            <a:r>
              <a:rPr lang="en-US" altLang="ko-KR" dirty="0"/>
              <a:t> gazebo.launch.py</a:t>
            </a:r>
          </a:p>
          <a:p>
            <a:r>
              <a:rPr lang="ko-KR" altLang="en-US" dirty="0"/>
              <a:t>타임 발행 노드를 실행한다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ros2 run </a:t>
            </a:r>
            <a:r>
              <a:rPr lang="en-US" altLang="ko-KR" dirty="0" err="1"/>
              <a:t>simple_ros</a:t>
            </a:r>
            <a:r>
              <a:rPr lang="en-US" altLang="ko-KR" dirty="0"/>
              <a:t> </a:t>
            </a:r>
            <a:r>
              <a:rPr lang="en-US" altLang="ko-KR" dirty="0" err="1"/>
              <a:t>time_pub</a:t>
            </a:r>
            <a:r>
              <a:rPr lang="en-US" altLang="ko-KR" dirty="0"/>
              <a:t> --</a:t>
            </a:r>
            <a:r>
              <a:rPr lang="en-US" altLang="ko-KR" dirty="0" err="1"/>
              <a:t>ros-args</a:t>
            </a:r>
            <a:r>
              <a:rPr lang="en-US" altLang="ko-KR" dirty="0"/>
              <a:t> -p </a:t>
            </a:r>
            <a:r>
              <a:rPr lang="en-US" altLang="ko-KR" dirty="0" err="1"/>
              <a:t>use_sim_time</a:t>
            </a:r>
            <a:r>
              <a:rPr lang="en-US" altLang="ko-KR" dirty="0"/>
              <a:t>:=True</a:t>
            </a:r>
          </a:p>
          <a:p>
            <a:r>
              <a:rPr lang="ko-KR" altLang="en-US" dirty="0"/>
              <a:t>가제보에서 시간을 조작해 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 패키지를 설치 안 했으면 설치한고 진행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 install </a:t>
            </a:r>
            <a:r>
              <a:rPr lang="en-US" altLang="ko-KR" dirty="0" err="1"/>
              <a:t>ros</a:t>
            </a:r>
            <a:r>
              <a:rPr lang="en-US" altLang="ko-KR" dirty="0"/>
              <a:t>-humble-</a:t>
            </a:r>
            <a:r>
              <a:rPr lang="en-US" altLang="ko-KR" dirty="0" err="1"/>
              <a:t>dynamixel</a:t>
            </a:r>
            <a:r>
              <a:rPr lang="en-US" altLang="ko-KR" dirty="0"/>
              <a:t>-</a:t>
            </a:r>
            <a:r>
              <a:rPr lang="en-US" altLang="ko-KR" dirty="0" err="1"/>
              <a:t>sdk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 install ros-humble-turtlebot3-msgs </a:t>
            </a:r>
          </a:p>
          <a:p>
            <a:pPr lvl="1"/>
            <a:r>
              <a:rPr lang="en-US" altLang="ko-KR" dirty="0" err="1"/>
              <a:t>sudo</a:t>
            </a:r>
            <a:r>
              <a:rPr lang="en-US" altLang="ko-KR" dirty="0"/>
              <a:t> apt install ros-humble-turtlebot3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7929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4B1C8-FEE7-5D1A-6188-9AF4F084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gazebo classic </a:t>
            </a:r>
            <a:r>
              <a:rPr lang="ko-KR" altLang="en-US" dirty="0"/>
              <a:t>계보 </a:t>
            </a:r>
            <a:r>
              <a:rPr lang="en-US" altLang="ko-KR" dirty="0"/>
              <a:t>- </a:t>
            </a:r>
            <a:r>
              <a:rPr lang="ko-KR" altLang="en-US" dirty="0" err="1"/>
              <a:t>터틀봇</a:t>
            </a:r>
            <a:r>
              <a:rPr lang="ko-KR" altLang="en-US" dirty="0"/>
              <a:t> 움직이기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267073-994B-AB3D-87D9-4D7D37960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ros2 launch turtlebot3_gazebo empty_world.launch.py</a:t>
            </a:r>
            <a:endParaRPr lang="ko-KR" altLang="en-US" dirty="0"/>
          </a:p>
          <a:p>
            <a:pPr lvl="1"/>
            <a:r>
              <a:rPr lang="ko-KR" altLang="en-US" dirty="0"/>
              <a:t>만약 </a:t>
            </a:r>
            <a:r>
              <a:rPr lang="en-US" altLang="ko-KR" dirty="0" err="1"/>
              <a:t>gzclient</a:t>
            </a:r>
            <a:r>
              <a:rPr lang="en-US" altLang="ko-KR" dirty="0"/>
              <a:t> error </a:t>
            </a:r>
            <a:r>
              <a:rPr lang="ko-KR" altLang="en-US" dirty="0"/>
              <a:t>시 </a:t>
            </a:r>
            <a:endParaRPr lang="en-US" altLang="ko-KR" dirty="0"/>
          </a:p>
          <a:p>
            <a:pPr lvl="2"/>
            <a:r>
              <a:rPr lang="en-US" altLang="ko-KR" b="0" i="0" dirty="0">
                <a:effectLst/>
                <a:latin typeface="ui-monospace"/>
              </a:rPr>
              <a:t>source /</a:t>
            </a:r>
            <a:r>
              <a:rPr lang="en-US" altLang="ko-KR" b="0" i="0" dirty="0" err="1">
                <a:effectLst/>
                <a:latin typeface="ui-monospace"/>
              </a:rPr>
              <a:t>usr</a:t>
            </a:r>
            <a:r>
              <a:rPr lang="en-US" altLang="ko-KR" b="0" i="0" dirty="0">
                <a:effectLst/>
                <a:latin typeface="ui-monospace"/>
              </a:rPr>
              <a:t>/share/gazebo/</a:t>
            </a:r>
            <a:r>
              <a:rPr lang="en-US" altLang="ko-KR" b="0" i="0" dirty="0" err="1">
                <a:effectLst/>
                <a:latin typeface="ui-monospace"/>
              </a:rPr>
              <a:t>setup.bash</a:t>
            </a:r>
            <a:r>
              <a:rPr lang="en-US" altLang="ko-KR" b="0" i="0" dirty="0">
                <a:effectLst/>
                <a:latin typeface="ui-monospace"/>
              </a:rPr>
              <a:t> </a:t>
            </a:r>
            <a:r>
              <a:rPr lang="ko-KR" altLang="en-US" b="0" i="0" dirty="0">
                <a:effectLst/>
                <a:latin typeface="ui-monospace"/>
              </a:rPr>
              <a:t>이것 실행</a:t>
            </a:r>
            <a:endParaRPr lang="ko-KR" altLang="en-US" dirty="0"/>
          </a:p>
          <a:p>
            <a:pPr lvl="2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8402B9-5BC9-74CC-79C9-BF1BCC698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199" y="1428750"/>
            <a:ext cx="610985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76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9F14C-5122-7D69-5ABA-2FDAE422E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gazebo classic </a:t>
            </a:r>
            <a:r>
              <a:rPr lang="ko-KR" altLang="en-US" dirty="0"/>
              <a:t>계보 </a:t>
            </a:r>
            <a:r>
              <a:rPr lang="en-US" altLang="ko-KR" dirty="0"/>
              <a:t>- </a:t>
            </a:r>
            <a:r>
              <a:rPr lang="ko-KR" altLang="en-US" dirty="0" err="1"/>
              <a:t>터틀봇</a:t>
            </a:r>
            <a:r>
              <a:rPr lang="ko-KR" altLang="en-US" dirty="0"/>
              <a:t> 움직이기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C0EA9B-1B56-E2F5-4501-5A6E9263F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rqt</a:t>
            </a:r>
            <a:r>
              <a:rPr lang="ko-KR" altLang="en-US" dirty="0"/>
              <a:t> 노드 그래프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실제 </a:t>
            </a:r>
            <a:r>
              <a:rPr lang="ko-KR" altLang="en-US" dirty="0" err="1"/>
              <a:t>터틀봇</a:t>
            </a:r>
            <a:r>
              <a:rPr lang="en-US" altLang="ko-KR" dirty="0"/>
              <a:t>3</a:t>
            </a:r>
            <a:br>
              <a:rPr lang="en-US" altLang="ko-KR" dirty="0"/>
            </a:br>
            <a:r>
              <a:rPr lang="ko-KR" altLang="en-US" dirty="0"/>
              <a:t> 와의 차이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FF60216-2BCA-99CB-97C1-D62601B31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499165"/>
            <a:ext cx="4114800" cy="20002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B90B13-60E7-C55F-86F1-A76C77545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508137"/>
            <a:ext cx="6781800" cy="236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18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402F1-7BD5-DABF-FCDC-E7D3F045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gazebo classic </a:t>
            </a:r>
            <a:r>
              <a:rPr lang="ko-KR" altLang="en-US" dirty="0"/>
              <a:t>계보 </a:t>
            </a:r>
            <a:r>
              <a:rPr lang="en-US" altLang="ko-KR" dirty="0"/>
              <a:t>- </a:t>
            </a:r>
            <a:r>
              <a:rPr lang="ko-KR" altLang="en-US" dirty="0" err="1"/>
              <a:t>터틀봇</a:t>
            </a:r>
            <a:r>
              <a:rPr lang="ko-KR" altLang="en-US" dirty="0"/>
              <a:t> 움직이기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3F6B6-134F-DB76-BAD8-77BC4AA7D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터틀심</a:t>
            </a:r>
            <a:r>
              <a:rPr lang="ko-KR" altLang="en-US" dirty="0"/>
              <a:t> </a:t>
            </a:r>
            <a:r>
              <a:rPr lang="en-US" altLang="ko-KR" dirty="0" err="1"/>
              <a:t>rqt</a:t>
            </a:r>
            <a:r>
              <a:rPr lang="ko-KR" altLang="en-US" dirty="0"/>
              <a:t> 노드 그래프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실제 </a:t>
            </a:r>
            <a:r>
              <a:rPr lang="ko-KR" altLang="en-US" dirty="0" err="1"/>
              <a:t>터틀봇</a:t>
            </a:r>
            <a:r>
              <a:rPr lang="en-US" altLang="ko-KR" dirty="0"/>
              <a:t>3</a:t>
            </a:r>
            <a:br>
              <a:rPr lang="en-US" altLang="ko-KR" dirty="0"/>
            </a:br>
            <a:r>
              <a:rPr lang="ko-KR" altLang="en-US" dirty="0"/>
              <a:t> 와의 차이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F0D8440-7566-6674-78BF-27EAC8A6A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81350"/>
            <a:ext cx="7467600" cy="1766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EBC99D-48F6-CFEA-827D-DEE42475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011057"/>
            <a:ext cx="6781800" cy="165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77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133CE-AAF3-802F-774D-14BD745D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autorace2020 world </a:t>
            </a:r>
            <a:r>
              <a:rPr lang="ko-KR" altLang="en-US" dirty="0"/>
              <a:t>추가 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312919-9A95-7225-BF4D-229BAB5BD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git</a:t>
            </a:r>
            <a:r>
              <a:rPr lang="ko-KR" altLang="en-US" dirty="0"/>
              <a:t> 에서 파일을 다운로드 받는다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>
                <a:hlinkClick r:id="rId2"/>
              </a:rPr>
              <a:t>https://github.com/freshmea/aiot_2024_robot/tree/e4391d976629807b84cca1cc260c8b6e25f96e9b/turtlebot3_simulation_file</a:t>
            </a:r>
            <a:endParaRPr lang="en-US" altLang="ko-KR" dirty="0"/>
          </a:p>
          <a:p>
            <a:r>
              <a:rPr lang="ko-KR" altLang="en-US" dirty="0"/>
              <a:t>적당한 위치에 설치 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~/turtlebot3_ws/</a:t>
            </a:r>
            <a:r>
              <a:rPr lang="en-US" altLang="ko-KR" dirty="0" err="1"/>
              <a:t>src</a:t>
            </a:r>
            <a:r>
              <a:rPr lang="en-US" altLang="ko-KR" dirty="0"/>
              <a:t>/turtlebot3_simulations/turtlebot3_gazebo</a:t>
            </a:r>
          </a:p>
          <a:p>
            <a:r>
              <a:rPr lang="ko-KR" altLang="en-US" dirty="0"/>
              <a:t>빌드 후에 실행 한다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ros2 launch turtlebot3_gazebo turtlebot3_autorace_2020.launch.py </a:t>
            </a:r>
          </a:p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5FCE6A3-0E06-60A2-2367-866297D6A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190750"/>
            <a:ext cx="4443769" cy="276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00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+mn-ea"/>
                <a:ea typeface="+mn-ea"/>
              </a:rPr>
              <a:t>참조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>
              <a:hlinkClick r:id="rId2"/>
            </a:endParaRPr>
          </a:p>
          <a:p>
            <a:r>
              <a:rPr lang="en-US" altLang="ko-KR" dirty="0">
                <a:hlinkClick r:id="rId2"/>
              </a:rPr>
              <a:t>https://gazebosim.org/about</a:t>
            </a:r>
            <a:endParaRPr lang="en-US" altLang="ko-KR" dirty="0"/>
          </a:p>
          <a:p>
            <a:endParaRPr lang="en-US" altLang="ko-KR" dirty="0">
              <a:hlinkClick r:id="rId3"/>
            </a:endParaRPr>
          </a:p>
          <a:p>
            <a:r>
              <a:rPr lang="en-US" altLang="ko-KR" dirty="0">
                <a:hlinkClick r:id="rId3"/>
              </a:rPr>
              <a:t>https://classic.gazebosim.org/tutorials?tut=install_ubuntu&amp;cat=install</a:t>
            </a:r>
            <a:endParaRPr lang="en-US" altLang="ko-KR" dirty="0"/>
          </a:p>
          <a:p>
            <a:endParaRPr lang="en-US" altLang="ko-KR" dirty="0">
              <a:hlinkClick r:id="rId4"/>
            </a:endParaRPr>
          </a:p>
          <a:p>
            <a:r>
              <a:rPr lang="en-US" altLang="ko-KR" dirty="0">
                <a:hlinkClick r:id="rId4"/>
              </a:rPr>
              <a:t>https://classic.gazebosim.org/tutorials?cat=guided_b&amp;tut=guided_b3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700261309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1_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1270</TotalTime>
  <Words>958</Words>
  <Application>Microsoft Office PowerPoint</Application>
  <PresentationFormat>화면 슬라이드 쇼(16:9)</PresentationFormat>
  <Paragraphs>174</Paragraphs>
  <Slides>18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28" baseType="lpstr">
      <vt:lpstr>HY견고딕</vt:lpstr>
      <vt:lpstr>Roboto</vt:lpstr>
      <vt:lpstr>ui-monospace</vt:lpstr>
      <vt:lpstr>Gulim</vt:lpstr>
      <vt:lpstr>맑은 고딕</vt:lpstr>
      <vt:lpstr>Arial</vt:lpstr>
      <vt:lpstr>Courier New</vt:lpstr>
      <vt:lpstr>Wingdings</vt:lpstr>
      <vt:lpstr>바인드소프트</vt:lpstr>
      <vt:lpstr>1_바인드소프트</vt:lpstr>
      <vt:lpstr>터트봇3 제어 실습</vt:lpstr>
      <vt:lpstr>가제보란?</vt:lpstr>
      <vt:lpstr>가제보 역사</vt:lpstr>
      <vt:lpstr>ignition 계보 - 가제보 버전</vt:lpstr>
      <vt:lpstr>가제보 실행</vt:lpstr>
      <vt:lpstr>gazebo classic 계보 - gazebo 11</vt:lpstr>
      <vt:lpstr>가제보 기본 동작</vt:lpstr>
      <vt:lpstr>가제보 기본 동작</vt:lpstr>
      <vt:lpstr>가제보 기본 동작</vt:lpstr>
      <vt:lpstr>모델 편집기</vt:lpstr>
      <vt:lpstr>use_sim_time 파라미터 의 이해</vt:lpstr>
      <vt:lpstr>use_sim_time 파라미터 의 이해</vt:lpstr>
      <vt:lpstr>use_sim_time 파라미터 의 이해</vt:lpstr>
      <vt:lpstr>gazebo classic 계보 - 터틀봇 움직이기</vt:lpstr>
      <vt:lpstr>gazebo classic 계보 - 터틀봇 움직이기</vt:lpstr>
      <vt:lpstr>gazebo classic 계보 - 터틀봇 움직이기</vt:lpstr>
      <vt:lpstr>autorace2020 world 추가 하기</vt:lpstr>
      <vt:lpstr>참조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Sugil Choi</cp:lastModifiedBy>
  <cp:revision>37</cp:revision>
  <dcterms:created xsi:type="dcterms:W3CDTF">2023-01-17T00:02:46Z</dcterms:created>
  <dcterms:modified xsi:type="dcterms:W3CDTF">2025-04-09T08:52:24Z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