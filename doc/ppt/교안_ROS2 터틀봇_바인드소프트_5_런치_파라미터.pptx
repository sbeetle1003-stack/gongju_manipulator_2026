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35" r:id="rId1"/>
  </p:sldMasterIdLst>
  <p:notesMasterIdLst>
    <p:notesMasterId r:id="rId7"/>
  </p:notesMasterIdLst>
  <p:sldIdLst>
    <p:sldId id="436" r:id="rId2"/>
    <p:sldId id="437" r:id="rId3"/>
    <p:sldId id="438" r:id="rId4"/>
    <p:sldId id="439" r:id="rId5"/>
    <p:sldId id="443" r:id="rId6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82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813DA-1389-4022-AE07-7409835CB6E0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4EDBE-F62B-4957-989F-39E9B8514C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3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4EDBE-F62B-4957-989F-39E9B8514C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46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8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84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92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ignitionrobotics.org/" TargetMode="External"/><Relationship Id="rId13" Type="http://schemas.openxmlformats.org/officeDocument/2006/relationships/hyperlink" Target="https://metrics.ros.org/" TargetMode="External"/><Relationship Id="rId3" Type="http://schemas.openxmlformats.org/officeDocument/2006/relationships/hyperlink" Target="https://www.ros.org/" TargetMode="External"/><Relationship Id="rId7" Type="http://schemas.openxmlformats.org/officeDocument/2006/relationships/hyperlink" Target="http://gazebosim.org/" TargetMode="External"/><Relationship Id="rId12" Type="http://schemas.openxmlformats.org/officeDocument/2006/relationships/hyperlink" Target="https://discourse.ros.org/" TargetMode="External"/><Relationship Id="rId2" Type="http://schemas.openxmlformats.org/officeDocument/2006/relationships/hyperlink" Target="https://wiki.ros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docs.ros.org/" TargetMode="External"/><Relationship Id="rId11" Type="http://schemas.openxmlformats.org/officeDocument/2006/relationships/hyperlink" Target="https://index.ros.org/doc/ros2/" TargetMode="External"/><Relationship Id="rId5" Type="http://schemas.openxmlformats.org/officeDocument/2006/relationships/hyperlink" Target="https://roscon.ros.org/" TargetMode="External"/><Relationship Id="rId15" Type="http://schemas.openxmlformats.org/officeDocument/2006/relationships/hyperlink" Target="https://fkromer.github.io/awesome-ros2/" TargetMode="External"/><Relationship Id="rId10" Type="http://schemas.openxmlformats.org/officeDocument/2006/relationships/hyperlink" Target="http://design.ros2.org/" TargetMode="External"/><Relationship Id="rId4" Type="http://schemas.openxmlformats.org/officeDocument/2006/relationships/hyperlink" Target="https://www.openrobotics.org/" TargetMode="External"/><Relationship Id="rId9" Type="http://schemas.openxmlformats.org/officeDocument/2006/relationships/hyperlink" Target="https://www.autoware.org/" TargetMode="External"/><Relationship Id="rId14" Type="http://schemas.openxmlformats.org/officeDocument/2006/relationships/hyperlink" Target="http://answers.ros.org/questions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ndex.ros.org/" TargetMode="External"/><Relationship Id="rId3" Type="http://schemas.openxmlformats.org/officeDocument/2006/relationships/hyperlink" Target="http://build.ros.org/" TargetMode="External"/><Relationship Id="rId7" Type="http://schemas.openxmlformats.org/officeDocument/2006/relationships/hyperlink" Target="https://repo.ros2.org/status_page/ros_humble_default.html" TargetMode="External"/><Relationship Id="rId2" Type="http://schemas.openxmlformats.org/officeDocument/2006/relationships/hyperlink" Target="https://hub.docker.com/r/osrf/ros2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repositories.ros.org/status_page/ros_kinetic_default.html" TargetMode="External"/><Relationship Id="rId5" Type="http://schemas.openxmlformats.org/officeDocument/2006/relationships/hyperlink" Target="http://packages.ros.org/" TargetMode="External"/><Relationship Id="rId4" Type="http://schemas.openxmlformats.org/officeDocument/2006/relationships/hyperlink" Target="http://build.ros2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런치와 </a:t>
            </a:r>
            <a:r>
              <a:rPr lang="ko-KR" altLang="en-US" dirty="0" err="1"/>
              <a:t>파라미터</a:t>
            </a:r>
            <a:endParaRPr lang="ko-KR" altLang="en-US" dirty="0"/>
          </a:p>
        </p:txBody>
      </p:sp>
      <p:sp>
        <p:nvSpPr>
          <p:cNvPr id="6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ROS2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61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Arithmetic </a:t>
            </a:r>
            <a:r>
              <a:rPr lang="ko-KR" altLang="en-US" dirty="0"/>
              <a:t>기본 코드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파라미터</a:t>
            </a:r>
            <a:r>
              <a:rPr lang="ko-KR" altLang="en-US" dirty="0"/>
              <a:t> 설정</a:t>
            </a:r>
            <a:r>
              <a:rPr lang="en-US" altLang="ko-KR" dirty="0"/>
              <a:t>, </a:t>
            </a:r>
            <a:r>
              <a:rPr lang="ko-KR" altLang="en-US" dirty="0"/>
              <a:t>런치 파일 작성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파라미터를</a:t>
            </a:r>
            <a:r>
              <a:rPr lang="ko-KR" altLang="en-US" dirty="0"/>
              <a:t> 불러와서 </a:t>
            </a:r>
            <a:r>
              <a:rPr lang="ko-KR" altLang="en-US" dirty="0" err="1"/>
              <a:t>런치파일</a:t>
            </a:r>
            <a:r>
              <a:rPr lang="ko-KR" altLang="en-US" dirty="0"/>
              <a:t> 적용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터틀심</a:t>
            </a:r>
            <a:r>
              <a:rPr lang="ko-KR" altLang="en-US" dirty="0"/>
              <a:t> 두 마리를 런치 파일로 움직이기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네임 스페이스 적용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가제보</a:t>
            </a:r>
            <a:r>
              <a:rPr lang="ko-KR" altLang="en-US" dirty="0"/>
              <a:t> 맛보기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26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네임 스페이스 적용하는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 </a:t>
            </a:r>
            <a:r>
              <a:rPr lang="ko-KR" altLang="en-US" dirty="0"/>
              <a:t>에서 </a:t>
            </a:r>
            <a:r>
              <a:rPr lang="en-US" altLang="ko-KR" dirty="0"/>
              <a:t>–</a:t>
            </a:r>
            <a:r>
              <a:rPr lang="en-US" altLang="ko-KR" dirty="0" err="1"/>
              <a:t>ros-arg</a:t>
            </a:r>
            <a:r>
              <a:rPr lang="en-US" altLang="ko-KR" dirty="0"/>
              <a:t> –r __ns:=/robot1 </a:t>
            </a:r>
            <a:r>
              <a:rPr lang="ko-KR" altLang="en-US" dirty="0" err="1"/>
              <a:t>이런식으로</a:t>
            </a:r>
            <a:r>
              <a:rPr lang="ko-KR" altLang="en-US" dirty="0"/>
              <a:t> 작성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Launch </a:t>
            </a:r>
            <a:r>
              <a:rPr lang="ko-KR" altLang="en-US" dirty="0"/>
              <a:t>파일에서 이 내용을 추가</a:t>
            </a:r>
            <a:r>
              <a:rPr lang="en-US" altLang="ko-KR" dirty="0"/>
              <a:t>( </a:t>
            </a:r>
            <a:r>
              <a:rPr lang="ko-KR" altLang="en-US" dirty="0" err="1"/>
              <a:t>환경변수에</a:t>
            </a:r>
            <a:r>
              <a:rPr lang="ko-KR" altLang="en-US" dirty="0"/>
              <a:t> </a:t>
            </a:r>
            <a:r>
              <a:rPr lang="en-US" altLang="ko-KR" dirty="0"/>
              <a:t>ROS_NAMESPACE </a:t>
            </a:r>
            <a:r>
              <a:rPr lang="ko-KR" altLang="en-US" dirty="0"/>
              <a:t>가 </a:t>
            </a:r>
            <a:r>
              <a:rPr lang="en-US" altLang="ko-KR" dirty="0"/>
              <a:t>export </a:t>
            </a:r>
            <a:r>
              <a:rPr lang="ko-KR" altLang="en-US" dirty="0"/>
              <a:t>되어 있어야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Launch </a:t>
            </a:r>
            <a:r>
              <a:rPr lang="ko-KR" altLang="en-US" dirty="0"/>
              <a:t>파일 의 </a:t>
            </a:r>
            <a:r>
              <a:rPr lang="en-US" altLang="ko-KR" dirty="0"/>
              <a:t>Node</a:t>
            </a:r>
            <a:r>
              <a:rPr lang="ko-KR" altLang="en-US" dirty="0"/>
              <a:t>에 직접 </a:t>
            </a:r>
            <a:r>
              <a:rPr lang="en-US" altLang="ko-KR" dirty="0"/>
              <a:t>namespace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200150"/>
            <a:ext cx="5867400" cy="17404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042512"/>
            <a:ext cx="2743200" cy="208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2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9B32C3-21C3-B992-67A2-16A8B0681295}"/>
              </a:ext>
            </a:extLst>
          </p:cNvPr>
          <p:cNvSpPr txBox="1">
            <a:spLocks/>
          </p:cNvSpPr>
          <p:nvPr/>
        </p:nvSpPr>
        <p:spPr>
          <a:xfrm>
            <a:off x="457200" y="53560"/>
            <a:ext cx="8229600" cy="43694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sz="1500" b="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1600" dirty="0"/>
              <a:t>ROS2 </a:t>
            </a:r>
            <a:r>
              <a:rPr lang="ko-KR" altLang="en-US" sz="1600" dirty="0"/>
              <a:t>관련 자료 모음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052A6B9-0604-E42F-EDF9-DAD0DEC7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Useful ROS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Wiki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https://wiki.ros.org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Website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https://www.ros.org</a:t>
            </a:r>
            <a:r>
              <a:rPr lang="en-US" altLang="ko-KR" dirty="0"/>
              <a:t> (Branding)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OpenRobotics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https://www.openrobotics.org</a:t>
            </a:r>
            <a:r>
              <a:rPr lang="en-US" altLang="ko-KR" dirty="0"/>
              <a:t> (Branding)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ROSCon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https://roscon.ros.org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Documentation Site</a:t>
            </a:r>
            <a:r>
              <a:rPr lang="en-US" altLang="ko-KR" dirty="0"/>
              <a:t>: </a:t>
            </a:r>
            <a:r>
              <a:rPr lang="en-US" altLang="ko-KR" dirty="0">
                <a:hlinkClick r:id="rId6"/>
              </a:rPr>
              <a:t>http://docs.ros.org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Gazebo Website</a:t>
            </a:r>
            <a:r>
              <a:rPr lang="en-US" altLang="ko-KR" dirty="0"/>
              <a:t>: </a:t>
            </a:r>
            <a:r>
              <a:rPr lang="en-US" altLang="ko-KR" dirty="0">
                <a:hlinkClick r:id="rId7"/>
              </a:rPr>
              <a:t>http://gazebosim.org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Ignition Robotics Website</a:t>
            </a:r>
            <a:r>
              <a:rPr lang="en-US" altLang="ko-KR" dirty="0"/>
              <a:t>: </a:t>
            </a:r>
            <a:r>
              <a:rPr lang="en-US" altLang="ko-KR" dirty="0">
                <a:hlinkClick r:id="rId8"/>
              </a:rPr>
              <a:t>https://ignitionrobotics.org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Autoware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9"/>
              </a:rPr>
              <a:t>https://www.autoware.org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2 Design</a:t>
            </a:r>
            <a:r>
              <a:rPr lang="en-US" altLang="ko-KR" dirty="0"/>
              <a:t>: </a:t>
            </a:r>
            <a:r>
              <a:rPr lang="en-US" altLang="ko-KR" dirty="0">
                <a:hlinkClick r:id="rId10"/>
              </a:rPr>
              <a:t>http://design.ros2.org/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2 Documentation</a:t>
            </a:r>
            <a:r>
              <a:rPr lang="en-US" altLang="ko-KR" dirty="0"/>
              <a:t>: </a:t>
            </a:r>
            <a:r>
              <a:rPr lang="en-US" altLang="ko-KR" dirty="0">
                <a:hlinkClick r:id="rId11"/>
              </a:rPr>
              <a:t>https://index.ros.org/doc/ros2/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Latest ROS 1 and 2 News and Discussions</a:t>
            </a:r>
            <a:r>
              <a:rPr lang="en-US" altLang="ko-KR" dirty="0"/>
              <a:t>: </a:t>
            </a:r>
            <a:r>
              <a:rPr lang="en-US" altLang="ko-KR" dirty="0">
                <a:hlinkClick r:id="rId12"/>
              </a:rPr>
              <a:t>https://discourse.ros.org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Metrics Information of ROS</a:t>
            </a:r>
            <a:r>
              <a:rPr lang="en-US" altLang="ko-KR" dirty="0"/>
              <a:t>: </a:t>
            </a:r>
            <a:r>
              <a:rPr lang="en-US" altLang="ko-KR" dirty="0">
                <a:hlinkClick r:id="rId13"/>
              </a:rPr>
              <a:t>https://metrics.ros.org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Answers and Questions for ROS</a:t>
            </a:r>
            <a:r>
              <a:rPr lang="en-US" altLang="ko-KR" dirty="0"/>
              <a:t>: </a:t>
            </a:r>
            <a:r>
              <a:rPr lang="en-US" altLang="ko-KR" dirty="0">
                <a:hlinkClick r:id="rId14"/>
              </a:rPr>
              <a:t>http://answers.ros.org/questions/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Awesome ROS 2</a:t>
            </a:r>
            <a:r>
              <a:rPr lang="en-US" altLang="ko-KR" dirty="0"/>
              <a:t>: </a:t>
            </a:r>
            <a:r>
              <a:rPr lang="en-US" altLang="ko-KR" dirty="0">
                <a:hlinkClick r:id="rId15"/>
              </a:rPr>
              <a:t>https://fkromer.github.io/awesome-ros2/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C6D9-4411-E0BC-6113-5A23AA05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CB9082-8F48-4397-A319-77F4F727D760}"/>
              </a:ext>
            </a:extLst>
          </p:cNvPr>
          <p:cNvSpPr txBox="1">
            <a:spLocks/>
          </p:cNvSpPr>
          <p:nvPr/>
        </p:nvSpPr>
        <p:spPr>
          <a:xfrm>
            <a:off x="457200" y="53560"/>
            <a:ext cx="8229600" cy="43694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sz="1500" b="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1600" dirty="0"/>
              <a:t>ROS2 </a:t>
            </a:r>
            <a:r>
              <a:rPr lang="ko-KR" altLang="en-US" sz="1600" dirty="0"/>
              <a:t>관련 자료 모음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48357F5-9FB7-2947-591B-5B13EA63E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Development and Package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Official Docker Images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https://hub.docker.com/r/osrf/ros2/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Build Farm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http://build.ros.org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4"/>
              </a:rPr>
              <a:t>http://build.ros2.org/</a:t>
            </a:r>
            <a:r>
              <a:rPr lang="en-US" altLang="ko-KR" dirty="0"/>
              <a:t> (DEV)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Package Repository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http://packages.ros.org</a:t>
            </a:r>
            <a:r>
              <a:rPr lang="en-US" altLang="ko-KR" dirty="0"/>
              <a:t> (DEV)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Status Page for Each Distro of ROS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ROS 1 Kinetic: </a:t>
            </a:r>
            <a:r>
              <a:rPr lang="en-US" altLang="ko-KR" dirty="0">
                <a:hlinkClick r:id="rId6"/>
              </a:rPr>
              <a:t>http://repositories.ros.org/status_page/ros_kinetic_default.html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ROS 2 Humble: </a:t>
            </a:r>
            <a:r>
              <a:rPr lang="en-US" altLang="ko-KR" dirty="0">
                <a:hlinkClick r:id="rId7"/>
              </a:rPr>
              <a:t>https://repo.ros2.org/status_page/ros_humble_default.html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Static Index for Known ROS Packages for Searching and Visualization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>
                <a:hlinkClick r:id="rId8"/>
              </a:rPr>
              <a:t>https://index.ros.org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4718647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1896</TotalTime>
  <Words>399</Words>
  <Application>Microsoft Office PowerPoint</Application>
  <PresentationFormat>화면 슬라이드 쇼(16:9)</PresentationFormat>
  <Paragraphs>52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HY견고딕</vt:lpstr>
      <vt:lpstr>맑은 고딕</vt:lpstr>
      <vt:lpstr>Arial</vt:lpstr>
      <vt:lpstr>Wingdings</vt:lpstr>
      <vt:lpstr>바인드소프트</vt:lpstr>
      <vt:lpstr>ROS2</vt:lpstr>
      <vt:lpstr>목차</vt:lpstr>
      <vt:lpstr>네임 스페이스 적용하는 방법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82</cp:revision>
  <dcterms:created xsi:type="dcterms:W3CDTF">2023-01-17T00:02:46Z</dcterms:created>
  <dcterms:modified xsi:type="dcterms:W3CDTF">2024-12-22T23:58:37Z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